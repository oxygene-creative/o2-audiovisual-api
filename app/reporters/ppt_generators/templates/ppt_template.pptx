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200" y="4450080"/>
            <a:ext cx="4315968" cy="92964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REPORT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2"/>
          </p:nvPr>
        </p:nvSpPr>
        <p:spPr>
          <a:xfrm>
            <a:off x="6197600" y="0"/>
            <a:ext cx="599440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12954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 smtClean="0"/>
              <a:t>Oxygene</a:t>
            </a:r>
            <a:r>
              <a:rPr lang="en-US" dirty="0" smtClean="0"/>
              <a:t> Monitor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4"/>
          </p:nvPr>
        </p:nvSpPr>
        <p:spPr>
          <a:xfrm>
            <a:off x="2351532" y="6356348"/>
            <a:ext cx="2802636" cy="365125"/>
          </a:xfrm>
        </p:spPr>
        <p:txBody>
          <a:bodyPr/>
          <a:lstStyle/>
          <a:p>
            <a:r>
              <a:rPr lang="en-US" dirty="0" smtClean="0"/>
              <a:t>info@oxygene.co.ke | ai.oxygene.co.ke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38200" y="791655"/>
            <a:ext cx="2417763" cy="804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30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277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 Char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835533" y="5429899"/>
            <a:ext cx="9986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 userDrawn="1"/>
        </p:nvSpPr>
        <p:spPr>
          <a:xfrm>
            <a:off x="8244219" y="5429899"/>
            <a:ext cx="7478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0" baseline="0" dirty="0" smtClean="0"/>
              <a:t>Effects</a:t>
            </a:r>
            <a:endParaRPr lang="en-US" sz="1600" b="1" i="0" baseline="0" dirty="0"/>
          </a:p>
        </p:txBody>
      </p:sp>
      <p:sp>
        <p:nvSpPr>
          <p:cNvPr id="24" name="Flowchart: Alternate Process 23"/>
          <p:cNvSpPr/>
          <p:nvPr userDrawn="1"/>
        </p:nvSpPr>
        <p:spPr>
          <a:xfrm>
            <a:off x="8331306" y="5895665"/>
            <a:ext cx="954705" cy="312372"/>
          </a:xfrm>
          <a:prstGeom prst="flowChartAlternateProces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High</a:t>
            </a:r>
            <a:endParaRPr lang="en-US" sz="1400" dirty="0"/>
          </a:p>
        </p:txBody>
      </p:sp>
      <p:sp>
        <p:nvSpPr>
          <p:cNvPr id="25" name="Flowchart: Alternate Process 24"/>
          <p:cNvSpPr/>
          <p:nvPr userDrawn="1"/>
        </p:nvSpPr>
        <p:spPr>
          <a:xfrm>
            <a:off x="9441583" y="5895665"/>
            <a:ext cx="1142984" cy="312372"/>
          </a:xfrm>
          <a:prstGeom prst="flowChartAlternateProcess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Moderate</a:t>
            </a:r>
            <a:endParaRPr lang="en-US" sz="1400" dirty="0"/>
          </a:p>
        </p:txBody>
      </p:sp>
      <p:sp>
        <p:nvSpPr>
          <p:cNvPr id="26" name="Flowchart: Alternate Process 25"/>
          <p:cNvSpPr/>
          <p:nvPr userDrawn="1"/>
        </p:nvSpPr>
        <p:spPr>
          <a:xfrm>
            <a:off x="10740139" y="5895665"/>
            <a:ext cx="883819" cy="312372"/>
          </a:xfrm>
          <a:prstGeom prst="flowChartAlternateProces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Low</a:t>
            </a:r>
            <a:endParaRPr lang="en-US" sz="1400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7214946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23"/>
          </p:nvPr>
        </p:nvSpPr>
        <p:spPr>
          <a:xfrm>
            <a:off x="835025" y="2157413"/>
            <a:ext cx="10734675" cy="31464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4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With Sourc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4540877" y="2032062"/>
            <a:ext cx="677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Sources</a:t>
            </a:r>
            <a:endParaRPr lang="en-US" sz="12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883972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2664944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1242804" y="3439716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2724785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7260208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341649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35533" y="3091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1253897" y="5039663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835533" y="4688994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nti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103016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3106946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3595859" y="3131525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5479712" y="2388173"/>
            <a:ext cx="6090495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3188588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3606952" y="4204511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3188588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07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9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5375783" y="1570210"/>
            <a:ext cx="6194425" cy="4799013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2321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0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11"/>
          </p:nvPr>
        </p:nvSpPr>
        <p:spPr>
          <a:xfrm>
            <a:off x="5384801" y="1582177"/>
            <a:ext cx="6185408" cy="477508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95910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911001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32" name="Title 1"/>
          <p:cNvSpPr>
            <a:spLocks noGrp="1"/>
          </p:cNvSpPr>
          <p:nvPr>
            <p:ph type="body" sz="quarter" idx="21" hasCustomPrompt="1"/>
          </p:nvPr>
        </p:nvSpPr>
        <p:spPr>
          <a:xfrm>
            <a:off x="911001" y="150295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33" name="Summary 1"/>
          <p:cNvSpPr>
            <a:spLocks noGrp="1"/>
          </p:cNvSpPr>
          <p:nvPr>
            <p:ph type="body" sz="quarter" idx="22" hasCustomPrompt="1"/>
          </p:nvPr>
        </p:nvSpPr>
        <p:spPr>
          <a:xfrm>
            <a:off x="911001" y="188668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4" name="Meta 1"/>
          <p:cNvSpPr>
            <a:spLocks noGrp="1"/>
          </p:cNvSpPr>
          <p:nvPr>
            <p:ph type="body" sz="quarter" idx="23" hasCustomPrompt="1"/>
          </p:nvPr>
        </p:nvSpPr>
        <p:spPr>
          <a:xfrm>
            <a:off x="911001" y="261110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35" name="Link 1"/>
          <p:cNvSpPr>
            <a:spLocks noGrp="1"/>
          </p:cNvSpPr>
          <p:nvPr>
            <p:ph type="body" sz="quarter" idx="24" hasCustomPrompt="1"/>
          </p:nvPr>
        </p:nvSpPr>
        <p:spPr>
          <a:xfrm>
            <a:off x="8718115" y="261110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44" name="Title 2"/>
          <p:cNvSpPr>
            <a:spLocks noGrp="1"/>
          </p:cNvSpPr>
          <p:nvPr>
            <p:ph type="body" sz="quarter" idx="25" hasCustomPrompt="1"/>
          </p:nvPr>
        </p:nvSpPr>
        <p:spPr>
          <a:xfrm>
            <a:off x="911001" y="327079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45" name="Summary 2"/>
          <p:cNvSpPr>
            <a:spLocks noGrp="1"/>
          </p:cNvSpPr>
          <p:nvPr>
            <p:ph type="body" sz="quarter" idx="26" hasCustomPrompt="1"/>
          </p:nvPr>
        </p:nvSpPr>
        <p:spPr>
          <a:xfrm>
            <a:off x="911001" y="365452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6" name="Meta 2"/>
          <p:cNvSpPr>
            <a:spLocks noGrp="1"/>
          </p:cNvSpPr>
          <p:nvPr>
            <p:ph type="body" sz="quarter" idx="27" hasCustomPrompt="1"/>
          </p:nvPr>
        </p:nvSpPr>
        <p:spPr>
          <a:xfrm>
            <a:off x="911001" y="437894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47" name="Link 2"/>
          <p:cNvSpPr>
            <a:spLocks noGrp="1"/>
          </p:cNvSpPr>
          <p:nvPr>
            <p:ph type="body" sz="quarter" idx="28" hasCustomPrompt="1"/>
          </p:nvPr>
        </p:nvSpPr>
        <p:spPr>
          <a:xfrm>
            <a:off x="8689136" y="437894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56" name="Title 3"/>
          <p:cNvSpPr>
            <a:spLocks noGrp="1"/>
          </p:cNvSpPr>
          <p:nvPr>
            <p:ph type="body" sz="quarter" idx="29" hasCustomPrompt="1"/>
          </p:nvPr>
        </p:nvSpPr>
        <p:spPr>
          <a:xfrm>
            <a:off x="911001" y="4976339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57" name="Summary 3"/>
          <p:cNvSpPr>
            <a:spLocks noGrp="1"/>
          </p:cNvSpPr>
          <p:nvPr>
            <p:ph type="body" sz="quarter" idx="30" hasCustomPrompt="1"/>
          </p:nvPr>
        </p:nvSpPr>
        <p:spPr>
          <a:xfrm>
            <a:off x="911001" y="5360066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58" name="Meta 3"/>
          <p:cNvSpPr>
            <a:spLocks noGrp="1"/>
          </p:cNvSpPr>
          <p:nvPr>
            <p:ph type="body" sz="quarter" idx="31" hasCustomPrompt="1"/>
          </p:nvPr>
        </p:nvSpPr>
        <p:spPr>
          <a:xfrm>
            <a:off x="911001" y="6084494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59" name="Link 3"/>
          <p:cNvSpPr>
            <a:spLocks noGrp="1"/>
          </p:cNvSpPr>
          <p:nvPr>
            <p:ph type="body" sz="quarter" idx="32" hasCustomPrompt="1"/>
          </p:nvPr>
        </p:nvSpPr>
        <p:spPr>
          <a:xfrm>
            <a:off x="8703603" y="6084494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19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16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luencer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 1"/>
          <p:cNvSpPr>
            <a:spLocks noGrp="1"/>
          </p:cNvSpPr>
          <p:nvPr>
            <p:ph type="pic" sz="quarter" idx="11"/>
          </p:nvPr>
        </p:nvSpPr>
        <p:spPr>
          <a:xfrm>
            <a:off x="849313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Influencer 1"/>
          <p:cNvSpPr>
            <a:spLocks noGrp="1"/>
          </p:cNvSpPr>
          <p:nvPr>
            <p:ph type="body" sz="quarter" idx="22" hasCustomPrompt="1"/>
          </p:nvPr>
        </p:nvSpPr>
        <p:spPr>
          <a:xfrm>
            <a:off x="2156005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0" name="Handle 1"/>
          <p:cNvSpPr>
            <a:spLocks noGrp="1"/>
          </p:cNvSpPr>
          <p:nvPr>
            <p:ph type="body" sz="quarter" idx="23" hasCustomPrompt="1"/>
          </p:nvPr>
        </p:nvSpPr>
        <p:spPr>
          <a:xfrm>
            <a:off x="2156005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1" name="Followers 1"/>
          <p:cNvSpPr>
            <a:spLocks noGrp="1"/>
          </p:cNvSpPr>
          <p:nvPr>
            <p:ph type="body" sz="quarter" idx="24" hasCustomPrompt="1"/>
          </p:nvPr>
        </p:nvSpPr>
        <p:spPr>
          <a:xfrm>
            <a:off x="2156005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67" name="Picture Placeholder 21"/>
          <p:cNvSpPr>
            <a:spLocks noGrp="1"/>
          </p:cNvSpPr>
          <p:nvPr>
            <p:ph type="pic" sz="quarter" idx="21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65" name="Rectangle 64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72" name="Pic 2"/>
          <p:cNvSpPr>
            <a:spLocks noGrp="1"/>
          </p:cNvSpPr>
          <p:nvPr>
            <p:ph type="pic" sz="quarter" idx="25"/>
          </p:nvPr>
        </p:nvSpPr>
        <p:spPr>
          <a:xfrm>
            <a:off x="4469765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Influencer 2"/>
          <p:cNvSpPr>
            <a:spLocks noGrp="1"/>
          </p:cNvSpPr>
          <p:nvPr>
            <p:ph type="body" sz="quarter" idx="26" hasCustomPrompt="1"/>
          </p:nvPr>
        </p:nvSpPr>
        <p:spPr>
          <a:xfrm>
            <a:off x="5776457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4" name="Handle 2"/>
          <p:cNvSpPr>
            <a:spLocks noGrp="1"/>
          </p:cNvSpPr>
          <p:nvPr>
            <p:ph type="body" sz="quarter" idx="27" hasCustomPrompt="1"/>
          </p:nvPr>
        </p:nvSpPr>
        <p:spPr>
          <a:xfrm>
            <a:off x="5776457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5" name="Followers 2"/>
          <p:cNvSpPr>
            <a:spLocks noGrp="1"/>
          </p:cNvSpPr>
          <p:nvPr>
            <p:ph type="body" sz="quarter" idx="28" hasCustomPrompt="1"/>
          </p:nvPr>
        </p:nvSpPr>
        <p:spPr>
          <a:xfrm>
            <a:off x="5776457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80" name="Pic 3"/>
          <p:cNvSpPr>
            <a:spLocks noGrp="1"/>
          </p:cNvSpPr>
          <p:nvPr>
            <p:ph type="pic" sz="quarter" idx="29"/>
          </p:nvPr>
        </p:nvSpPr>
        <p:spPr>
          <a:xfrm>
            <a:off x="8090218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81" name="Influencer 3"/>
          <p:cNvSpPr>
            <a:spLocks noGrp="1"/>
          </p:cNvSpPr>
          <p:nvPr>
            <p:ph type="body" sz="quarter" idx="30" hasCustomPrompt="1"/>
          </p:nvPr>
        </p:nvSpPr>
        <p:spPr>
          <a:xfrm>
            <a:off x="9396910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82" name="Handle 3"/>
          <p:cNvSpPr>
            <a:spLocks noGrp="1"/>
          </p:cNvSpPr>
          <p:nvPr>
            <p:ph type="body" sz="quarter" idx="31" hasCustomPrompt="1"/>
          </p:nvPr>
        </p:nvSpPr>
        <p:spPr>
          <a:xfrm>
            <a:off x="9396910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83" name="Followers 3"/>
          <p:cNvSpPr>
            <a:spLocks noGrp="1"/>
          </p:cNvSpPr>
          <p:nvPr>
            <p:ph type="body" sz="quarter" idx="32" hasCustomPrompt="1"/>
          </p:nvPr>
        </p:nvSpPr>
        <p:spPr>
          <a:xfrm>
            <a:off x="9396910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3" name="Pic 4"/>
          <p:cNvSpPr>
            <a:spLocks noGrp="1"/>
          </p:cNvSpPr>
          <p:nvPr>
            <p:ph type="pic" sz="quarter" idx="33"/>
          </p:nvPr>
        </p:nvSpPr>
        <p:spPr>
          <a:xfrm>
            <a:off x="867273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4" name="Influencer 4"/>
          <p:cNvSpPr>
            <a:spLocks noGrp="1"/>
          </p:cNvSpPr>
          <p:nvPr>
            <p:ph type="body" sz="quarter" idx="34" hasCustomPrompt="1"/>
          </p:nvPr>
        </p:nvSpPr>
        <p:spPr>
          <a:xfrm>
            <a:off x="2173965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5" name="Handle 4"/>
          <p:cNvSpPr>
            <a:spLocks noGrp="1"/>
          </p:cNvSpPr>
          <p:nvPr>
            <p:ph type="body" sz="quarter" idx="35" hasCustomPrompt="1"/>
          </p:nvPr>
        </p:nvSpPr>
        <p:spPr>
          <a:xfrm>
            <a:off x="2173965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96" name="Followers 4"/>
          <p:cNvSpPr>
            <a:spLocks noGrp="1"/>
          </p:cNvSpPr>
          <p:nvPr>
            <p:ph type="body" sz="quarter" idx="36" hasCustomPrompt="1"/>
          </p:nvPr>
        </p:nvSpPr>
        <p:spPr>
          <a:xfrm>
            <a:off x="2173965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7" name="Pic 5"/>
          <p:cNvSpPr>
            <a:spLocks noGrp="1"/>
          </p:cNvSpPr>
          <p:nvPr>
            <p:ph type="pic" sz="quarter" idx="37"/>
          </p:nvPr>
        </p:nvSpPr>
        <p:spPr>
          <a:xfrm>
            <a:off x="4487725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8" name="Influencer 5"/>
          <p:cNvSpPr>
            <a:spLocks noGrp="1"/>
          </p:cNvSpPr>
          <p:nvPr>
            <p:ph type="body" sz="quarter" idx="38" hasCustomPrompt="1"/>
          </p:nvPr>
        </p:nvSpPr>
        <p:spPr>
          <a:xfrm>
            <a:off x="5794417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9" name="Handle 5"/>
          <p:cNvSpPr>
            <a:spLocks noGrp="1"/>
          </p:cNvSpPr>
          <p:nvPr>
            <p:ph type="body" sz="quarter" idx="39" hasCustomPrompt="1"/>
          </p:nvPr>
        </p:nvSpPr>
        <p:spPr>
          <a:xfrm>
            <a:off x="5794417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0" name="Followers 5"/>
          <p:cNvSpPr>
            <a:spLocks noGrp="1"/>
          </p:cNvSpPr>
          <p:nvPr>
            <p:ph type="body" sz="quarter" idx="40" hasCustomPrompt="1"/>
          </p:nvPr>
        </p:nvSpPr>
        <p:spPr>
          <a:xfrm>
            <a:off x="5794417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1" name="Pic 6"/>
          <p:cNvSpPr>
            <a:spLocks noGrp="1"/>
          </p:cNvSpPr>
          <p:nvPr>
            <p:ph type="pic" sz="quarter" idx="41"/>
          </p:nvPr>
        </p:nvSpPr>
        <p:spPr>
          <a:xfrm>
            <a:off x="8108178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Influencer 6"/>
          <p:cNvSpPr>
            <a:spLocks noGrp="1"/>
          </p:cNvSpPr>
          <p:nvPr>
            <p:ph type="body" sz="quarter" idx="42" hasCustomPrompt="1"/>
          </p:nvPr>
        </p:nvSpPr>
        <p:spPr>
          <a:xfrm>
            <a:off x="9414870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3" name="Handle 6"/>
          <p:cNvSpPr>
            <a:spLocks noGrp="1"/>
          </p:cNvSpPr>
          <p:nvPr>
            <p:ph type="body" sz="quarter" idx="43" hasCustomPrompt="1"/>
          </p:nvPr>
        </p:nvSpPr>
        <p:spPr>
          <a:xfrm>
            <a:off x="9414870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4" name="Followers 6"/>
          <p:cNvSpPr>
            <a:spLocks noGrp="1"/>
          </p:cNvSpPr>
          <p:nvPr>
            <p:ph type="body" sz="quarter" idx="44" hasCustomPrompt="1"/>
          </p:nvPr>
        </p:nvSpPr>
        <p:spPr>
          <a:xfrm>
            <a:off x="9414870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5" name="Pic 7"/>
          <p:cNvSpPr>
            <a:spLocks noGrp="1"/>
          </p:cNvSpPr>
          <p:nvPr>
            <p:ph type="pic" sz="quarter" idx="45"/>
          </p:nvPr>
        </p:nvSpPr>
        <p:spPr>
          <a:xfrm>
            <a:off x="841376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6" name="Influencer 7"/>
          <p:cNvSpPr>
            <a:spLocks noGrp="1"/>
          </p:cNvSpPr>
          <p:nvPr>
            <p:ph type="body" sz="quarter" idx="46" hasCustomPrompt="1"/>
          </p:nvPr>
        </p:nvSpPr>
        <p:spPr>
          <a:xfrm>
            <a:off x="2148068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7" name="Handle 7"/>
          <p:cNvSpPr>
            <a:spLocks noGrp="1"/>
          </p:cNvSpPr>
          <p:nvPr>
            <p:ph type="body" sz="quarter" idx="47" hasCustomPrompt="1"/>
          </p:nvPr>
        </p:nvSpPr>
        <p:spPr>
          <a:xfrm>
            <a:off x="2148068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8" name="Followers 7"/>
          <p:cNvSpPr>
            <a:spLocks noGrp="1"/>
          </p:cNvSpPr>
          <p:nvPr>
            <p:ph type="body" sz="quarter" idx="48" hasCustomPrompt="1"/>
          </p:nvPr>
        </p:nvSpPr>
        <p:spPr>
          <a:xfrm>
            <a:off x="2148068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9" name="Pic 8"/>
          <p:cNvSpPr>
            <a:spLocks noGrp="1"/>
          </p:cNvSpPr>
          <p:nvPr>
            <p:ph type="pic" sz="quarter" idx="49"/>
          </p:nvPr>
        </p:nvSpPr>
        <p:spPr>
          <a:xfrm>
            <a:off x="4461828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0" name="Influencer 8"/>
          <p:cNvSpPr>
            <a:spLocks noGrp="1"/>
          </p:cNvSpPr>
          <p:nvPr>
            <p:ph type="body" sz="quarter" idx="50" hasCustomPrompt="1"/>
          </p:nvPr>
        </p:nvSpPr>
        <p:spPr>
          <a:xfrm>
            <a:off x="5768520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1" name="Handle 8"/>
          <p:cNvSpPr>
            <a:spLocks noGrp="1"/>
          </p:cNvSpPr>
          <p:nvPr>
            <p:ph type="body" sz="quarter" idx="51" hasCustomPrompt="1"/>
          </p:nvPr>
        </p:nvSpPr>
        <p:spPr>
          <a:xfrm>
            <a:off x="5768520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2" name="Followers 8"/>
          <p:cNvSpPr>
            <a:spLocks noGrp="1"/>
          </p:cNvSpPr>
          <p:nvPr>
            <p:ph type="body" sz="quarter" idx="52" hasCustomPrompt="1"/>
          </p:nvPr>
        </p:nvSpPr>
        <p:spPr>
          <a:xfrm>
            <a:off x="5768520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13" name="Pic 9"/>
          <p:cNvSpPr>
            <a:spLocks noGrp="1"/>
          </p:cNvSpPr>
          <p:nvPr>
            <p:ph type="pic" sz="quarter" idx="53"/>
          </p:nvPr>
        </p:nvSpPr>
        <p:spPr>
          <a:xfrm>
            <a:off x="8082281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4" name="Influencer 9"/>
          <p:cNvSpPr>
            <a:spLocks noGrp="1"/>
          </p:cNvSpPr>
          <p:nvPr>
            <p:ph type="body" sz="quarter" idx="54" hasCustomPrompt="1"/>
          </p:nvPr>
        </p:nvSpPr>
        <p:spPr>
          <a:xfrm>
            <a:off x="9388973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5" name="Handle 9"/>
          <p:cNvSpPr>
            <a:spLocks noGrp="1"/>
          </p:cNvSpPr>
          <p:nvPr>
            <p:ph type="body" sz="quarter" idx="55" hasCustomPrompt="1"/>
          </p:nvPr>
        </p:nvSpPr>
        <p:spPr>
          <a:xfrm>
            <a:off x="9388973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6" name="Followers 9"/>
          <p:cNvSpPr>
            <a:spLocks noGrp="1"/>
          </p:cNvSpPr>
          <p:nvPr>
            <p:ph type="body" sz="quarter" idx="56" hasCustomPrompt="1"/>
          </p:nvPr>
        </p:nvSpPr>
        <p:spPr>
          <a:xfrm>
            <a:off x="9388973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44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4F5A4-8D5B-4493-9634-DA6247F7FBB6}" type="datetimeFigureOut">
              <a:rPr lang="en-US" smtClean="0"/>
              <a:t>4/1/2025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6F389F-E4CD-4587-B257-8B9ECD408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35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0" r:id="rId3"/>
    <p:sldLayoutId id="2147483663" r:id="rId4"/>
    <p:sldLayoutId id="2147483667" r:id="rId5"/>
    <p:sldLayoutId id="2147483661" r:id="rId6"/>
    <p:sldLayoutId id="2147483666" r:id="rId7"/>
    <p:sldLayoutId id="2147483662" r:id="rId8"/>
    <p:sldLayoutId id="214748366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template" id="{C0FD5AE9-8F7C-483D-9833-EAEF5E09A230}" vid="{64CC456B-D22C-426B-8937-D937278428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42</cp:revision>
  <dcterms:created xsi:type="dcterms:W3CDTF">2025-03-25T16:00:37Z</dcterms:created>
  <dcterms:modified xsi:type="dcterms:W3CDTF">2025-04-01T09:49:01Z</dcterms:modified>
</cp:coreProperties>
</file>