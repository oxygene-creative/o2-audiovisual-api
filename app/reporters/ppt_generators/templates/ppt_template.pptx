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084832"/>
            <a:ext cx="4315968" cy="2144618"/>
          </a:xfrm>
        </p:spPr>
        <p:txBody>
          <a:bodyPr anchor="b"/>
          <a:lstStyle>
            <a:lvl1pPr algn="l">
              <a:defRPr sz="6000" b="1" baseline="0"/>
            </a:lvl1pPr>
          </a:lstStyle>
          <a:p>
            <a:r>
              <a:rPr lang="en-US" dirty="0" smtClean="0"/>
              <a:t>MEDIA TYPE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200" y="4450080"/>
            <a:ext cx="4315968" cy="92964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REPORT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6197600" y="0"/>
            <a:ext cx="59944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12954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 smtClean="0"/>
              <a:t>Oxygene</a:t>
            </a:r>
            <a:r>
              <a:rPr lang="en-US" dirty="0" smtClean="0"/>
              <a:t> Monitor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351532" y="6356348"/>
            <a:ext cx="2802636" cy="365125"/>
          </a:xfrm>
        </p:spPr>
        <p:txBody>
          <a:bodyPr/>
          <a:lstStyle/>
          <a:p>
            <a:r>
              <a:rPr lang="en-US" dirty="0" smtClean="0"/>
              <a:t>info@oxygene.co.ke | ai.oxygene.co.ke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838200" y="791655"/>
            <a:ext cx="2417763" cy="804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30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084832"/>
            <a:ext cx="4315968" cy="2144618"/>
          </a:xfrm>
        </p:spPr>
        <p:txBody>
          <a:bodyPr anchor="b"/>
          <a:lstStyle>
            <a:lvl1pPr algn="l">
              <a:defRPr sz="6000" b="1" baseline="0"/>
            </a:lvl1pPr>
          </a:lstStyle>
          <a:p>
            <a:r>
              <a:rPr lang="en-US" dirty="0" smtClean="0"/>
              <a:t>MEDIA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7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35533" y="5429899"/>
            <a:ext cx="9986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baseline="0" dirty="0" smtClean="0"/>
              <a:t>Mentions</a:t>
            </a:r>
            <a:endParaRPr lang="en-US" sz="1600" b="1" i="0" baseline="0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8244219" y="5429899"/>
            <a:ext cx="747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0" baseline="0" dirty="0" smtClean="0"/>
              <a:t>Effects</a:t>
            </a:r>
            <a:endParaRPr lang="en-US" sz="1600" b="1" i="0" baseline="0" dirty="0"/>
          </a:p>
        </p:txBody>
      </p:sp>
      <p:sp>
        <p:nvSpPr>
          <p:cNvPr id="24" name="Flowchart: Alternate Process 23"/>
          <p:cNvSpPr/>
          <p:nvPr userDrawn="1"/>
        </p:nvSpPr>
        <p:spPr>
          <a:xfrm>
            <a:off x="8331306" y="5895665"/>
            <a:ext cx="954705" cy="312372"/>
          </a:xfrm>
          <a:prstGeom prst="flowChartAlternate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High</a:t>
            </a:r>
            <a:endParaRPr lang="en-US" sz="1400" dirty="0"/>
          </a:p>
        </p:txBody>
      </p:sp>
      <p:sp>
        <p:nvSpPr>
          <p:cNvPr id="25" name="Flowchart: Alternate Process 24"/>
          <p:cNvSpPr/>
          <p:nvPr userDrawn="1"/>
        </p:nvSpPr>
        <p:spPr>
          <a:xfrm>
            <a:off x="9441583" y="5895665"/>
            <a:ext cx="1142984" cy="312372"/>
          </a:xfrm>
          <a:prstGeom prst="flowChartAlternate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Moderate</a:t>
            </a:r>
            <a:endParaRPr lang="en-US" sz="1400" dirty="0"/>
          </a:p>
        </p:txBody>
      </p:sp>
      <p:sp>
        <p:nvSpPr>
          <p:cNvPr id="26" name="Flowchart: Alternate Process 25"/>
          <p:cNvSpPr/>
          <p:nvPr userDrawn="1"/>
        </p:nvSpPr>
        <p:spPr>
          <a:xfrm>
            <a:off x="10740139" y="5895665"/>
            <a:ext cx="883819" cy="312372"/>
          </a:xfrm>
          <a:prstGeom prst="flowChartAlternate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Low</a:t>
            </a:r>
            <a:endParaRPr lang="en-US" sz="1400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5533" y="1411192"/>
            <a:ext cx="10734675" cy="52156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835533" y="5890401"/>
            <a:ext cx="7214946" cy="84025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23"/>
          </p:nvPr>
        </p:nvSpPr>
        <p:spPr>
          <a:xfrm>
            <a:off x="835025" y="2157413"/>
            <a:ext cx="10734675" cy="3146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ntiment With Sourc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835534" y="5473249"/>
            <a:ext cx="105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baseline="0" dirty="0" smtClean="0"/>
              <a:t>Mentions</a:t>
            </a:r>
            <a:endParaRPr lang="en-US" sz="1600" b="1" i="0" baseline="0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4540877" y="2032062"/>
            <a:ext cx="677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baseline="0" dirty="0" smtClean="0"/>
              <a:t>Sources</a:t>
            </a:r>
            <a:endParaRPr lang="en-US" sz="1200" b="1" i="0" baseline="0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8883972" y="2021964"/>
            <a:ext cx="84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baseline="0" dirty="0" smtClean="0"/>
              <a:t>Sentiment</a:t>
            </a:r>
            <a:endParaRPr lang="en-US" sz="1200" b="1" i="0" baseline="0" dirty="0"/>
          </a:p>
        </p:txBody>
      </p:sp>
      <p:sp>
        <p:nvSpPr>
          <p:cNvPr id="30" name="TextBox 29"/>
          <p:cNvSpPr txBox="1"/>
          <p:nvPr userDrawn="1"/>
        </p:nvSpPr>
        <p:spPr>
          <a:xfrm>
            <a:off x="1359438" y="2664944"/>
            <a:ext cx="597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Total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242804" y="3439716"/>
            <a:ext cx="83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Positive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199523" y="4204511"/>
            <a:ext cx="917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Negative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5533" y="1411192"/>
            <a:ext cx="10734675" cy="52156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835533" y="5890401"/>
            <a:ext cx="10734674" cy="84025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23"/>
          </p:nvPr>
        </p:nvSpPr>
        <p:spPr>
          <a:xfrm>
            <a:off x="2724785" y="2388173"/>
            <a:ext cx="4309999" cy="29337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Chart Placeholder 3"/>
          <p:cNvSpPr>
            <a:spLocks noGrp="1"/>
          </p:cNvSpPr>
          <p:nvPr>
            <p:ph type="chart" sz="quarter" idx="24"/>
          </p:nvPr>
        </p:nvSpPr>
        <p:spPr>
          <a:xfrm>
            <a:off x="7260208" y="2388173"/>
            <a:ext cx="4309999" cy="29337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835533" y="2341649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35533" y="3091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35533" y="3853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3" name="TextBox 32"/>
          <p:cNvSpPr txBox="1"/>
          <p:nvPr userDrawn="1"/>
        </p:nvSpPr>
        <p:spPr>
          <a:xfrm>
            <a:off x="1253897" y="5039663"/>
            <a:ext cx="80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Neutral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835533" y="4688994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6" name="Rectangle 35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38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7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nti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835534" y="5473249"/>
            <a:ext cx="105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baseline="0" dirty="0" smtClean="0"/>
              <a:t>Mentions</a:t>
            </a:r>
            <a:endParaRPr lang="en-US" sz="1600" b="1" i="0" baseline="0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8103016" y="2021964"/>
            <a:ext cx="84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0" baseline="0" dirty="0" smtClean="0"/>
              <a:t>Sentiment</a:t>
            </a:r>
            <a:endParaRPr lang="en-US" sz="1200" b="1" i="0" baseline="0" dirty="0"/>
          </a:p>
        </p:txBody>
      </p:sp>
      <p:sp>
        <p:nvSpPr>
          <p:cNvPr id="30" name="TextBox 29"/>
          <p:cNvSpPr txBox="1"/>
          <p:nvPr userDrawn="1"/>
        </p:nvSpPr>
        <p:spPr>
          <a:xfrm>
            <a:off x="1359438" y="3106946"/>
            <a:ext cx="597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Total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3595859" y="3131525"/>
            <a:ext cx="83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Positive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199523" y="4204511"/>
            <a:ext cx="917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Negative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5533" y="1411192"/>
            <a:ext cx="10734675" cy="52156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835533" y="5890401"/>
            <a:ext cx="10734674" cy="84025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6" name="Chart Placeholder 3"/>
          <p:cNvSpPr>
            <a:spLocks noGrp="1"/>
          </p:cNvSpPr>
          <p:nvPr>
            <p:ph type="chart" sz="quarter" idx="24"/>
          </p:nvPr>
        </p:nvSpPr>
        <p:spPr>
          <a:xfrm>
            <a:off x="5314422" y="2388173"/>
            <a:ext cx="6255785" cy="29337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835533" y="2783651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3188588" y="2783651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35533" y="3853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3" name="TextBox 32"/>
          <p:cNvSpPr txBox="1"/>
          <p:nvPr userDrawn="1"/>
        </p:nvSpPr>
        <p:spPr>
          <a:xfrm>
            <a:off x="3606952" y="4204511"/>
            <a:ext cx="80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baseline="0" dirty="0" smtClean="0">
                <a:solidFill>
                  <a:schemeClr val="bg1">
                    <a:lumMod val="65000"/>
                  </a:schemeClr>
                </a:solidFill>
              </a:rPr>
              <a:t>Neutral</a:t>
            </a:r>
            <a:endParaRPr lang="en-US" sz="1600" b="0" i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3188588" y="3853842"/>
            <a:ext cx="1718563" cy="384255"/>
          </a:xfrm>
        </p:spPr>
        <p:txBody>
          <a:bodyPr>
            <a:no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 smtClean="0"/>
              <a:t>12345</a:t>
            </a:r>
            <a:endParaRPr lang="en-US" dirty="0"/>
          </a:p>
        </p:txBody>
      </p:sp>
      <p:sp>
        <p:nvSpPr>
          <p:cNvPr id="36" name="Rectangle 35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38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07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81" y="2105305"/>
            <a:ext cx="4244668" cy="4251951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18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Chart Placeholder 3"/>
          <p:cNvSpPr>
            <a:spLocks noGrp="1"/>
          </p:cNvSpPr>
          <p:nvPr>
            <p:ph type="chart" sz="quarter" idx="23"/>
          </p:nvPr>
        </p:nvSpPr>
        <p:spPr>
          <a:xfrm>
            <a:off x="5375783" y="1570210"/>
            <a:ext cx="6194425" cy="4799013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49313" y="1603609"/>
            <a:ext cx="4259136" cy="28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Summary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2321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81" y="2105305"/>
            <a:ext cx="4244668" cy="4251951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5384801" y="1582177"/>
            <a:ext cx="6185408" cy="47750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49313" y="1603609"/>
            <a:ext cx="4259136" cy="28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Summary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9591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11001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32" name="Title 1"/>
          <p:cNvSpPr>
            <a:spLocks noGrp="1"/>
          </p:cNvSpPr>
          <p:nvPr>
            <p:ph type="body" sz="quarter" idx="21" hasCustomPrompt="1"/>
          </p:nvPr>
        </p:nvSpPr>
        <p:spPr>
          <a:xfrm>
            <a:off x="911001" y="1502954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3" name="Summary 1"/>
          <p:cNvSpPr>
            <a:spLocks noGrp="1"/>
          </p:cNvSpPr>
          <p:nvPr>
            <p:ph type="body" sz="quarter" idx="22" hasCustomPrompt="1"/>
          </p:nvPr>
        </p:nvSpPr>
        <p:spPr>
          <a:xfrm>
            <a:off x="911001" y="1886681"/>
            <a:ext cx="10705558" cy="5900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4" name="Meta 1"/>
          <p:cNvSpPr>
            <a:spLocks noGrp="1"/>
          </p:cNvSpPr>
          <p:nvPr>
            <p:ph type="body" sz="quarter" idx="23" hasCustomPrompt="1"/>
          </p:nvPr>
        </p:nvSpPr>
        <p:spPr>
          <a:xfrm>
            <a:off x="911001" y="2611109"/>
            <a:ext cx="7656108" cy="33948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Mention Details</a:t>
            </a:r>
            <a:endParaRPr lang="en-US" dirty="0"/>
          </a:p>
        </p:txBody>
      </p:sp>
      <p:sp>
        <p:nvSpPr>
          <p:cNvPr id="35" name="Link 1"/>
          <p:cNvSpPr>
            <a:spLocks noGrp="1"/>
          </p:cNvSpPr>
          <p:nvPr>
            <p:ph type="body" sz="quarter" idx="24" hasCustomPrompt="1"/>
          </p:nvPr>
        </p:nvSpPr>
        <p:spPr>
          <a:xfrm>
            <a:off x="8718115" y="2611109"/>
            <a:ext cx="2851223" cy="33948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dirty="0" smtClean="0"/>
              <a:t>Link Details</a:t>
            </a:r>
            <a:endParaRPr lang="en-US" dirty="0"/>
          </a:p>
        </p:txBody>
      </p:sp>
      <p:sp>
        <p:nvSpPr>
          <p:cNvPr id="44" name="Title 2"/>
          <p:cNvSpPr>
            <a:spLocks noGrp="1"/>
          </p:cNvSpPr>
          <p:nvPr>
            <p:ph type="body" sz="quarter" idx="25" hasCustomPrompt="1"/>
          </p:nvPr>
        </p:nvSpPr>
        <p:spPr>
          <a:xfrm>
            <a:off x="911001" y="3270794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45" name="Summary 2"/>
          <p:cNvSpPr>
            <a:spLocks noGrp="1"/>
          </p:cNvSpPr>
          <p:nvPr>
            <p:ph type="body" sz="quarter" idx="26" hasCustomPrompt="1"/>
          </p:nvPr>
        </p:nvSpPr>
        <p:spPr>
          <a:xfrm>
            <a:off x="911001" y="3654521"/>
            <a:ext cx="10705558" cy="5900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6" name="Meta 2"/>
          <p:cNvSpPr>
            <a:spLocks noGrp="1"/>
          </p:cNvSpPr>
          <p:nvPr>
            <p:ph type="body" sz="quarter" idx="27" hasCustomPrompt="1"/>
          </p:nvPr>
        </p:nvSpPr>
        <p:spPr>
          <a:xfrm>
            <a:off x="911001" y="4378949"/>
            <a:ext cx="7656108" cy="33948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Mention Details</a:t>
            </a:r>
            <a:endParaRPr lang="en-US" dirty="0"/>
          </a:p>
        </p:txBody>
      </p:sp>
      <p:sp>
        <p:nvSpPr>
          <p:cNvPr id="47" name="Link 2"/>
          <p:cNvSpPr>
            <a:spLocks noGrp="1"/>
          </p:cNvSpPr>
          <p:nvPr>
            <p:ph type="body" sz="quarter" idx="28" hasCustomPrompt="1"/>
          </p:nvPr>
        </p:nvSpPr>
        <p:spPr>
          <a:xfrm>
            <a:off x="8689136" y="4378949"/>
            <a:ext cx="2851223" cy="33948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dirty="0" smtClean="0"/>
              <a:t>Link Details</a:t>
            </a:r>
            <a:endParaRPr lang="en-US" dirty="0"/>
          </a:p>
        </p:txBody>
      </p:sp>
      <p:sp>
        <p:nvSpPr>
          <p:cNvPr id="56" name="Title 3"/>
          <p:cNvSpPr>
            <a:spLocks noGrp="1"/>
          </p:cNvSpPr>
          <p:nvPr>
            <p:ph type="body" sz="quarter" idx="29" hasCustomPrompt="1"/>
          </p:nvPr>
        </p:nvSpPr>
        <p:spPr>
          <a:xfrm>
            <a:off x="911001" y="4976339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57" name="Summary 3"/>
          <p:cNvSpPr>
            <a:spLocks noGrp="1"/>
          </p:cNvSpPr>
          <p:nvPr>
            <p:ph type="body" sz="quarter" idx="30" hasCustomPrompt="1"/>
          </p:nvPr>
        </p:nvSpPr>
        <p:spPr>
          <a:xfrm>
            <a:off x="911001" y="5360066"/>
            <a:ext cx="10705558" cy="5900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58" name="Meta 3"/>
          <p:cNvSpPr>
            <a:spLocks noGrp="1"/>
          </p:cNvSpPr>
          <p:nvPr>
            <p:ph type="body" sz="quarter" idx="31" hasCustomPrompt="1"/>
          </p:nvPr>
        </p:nvSpPr>
        <p:spPr>
          <a:xfrm>
            <a:off x="911001" y="6084494"/>
            <a:ext cx="7656108" cy="33948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 smtClean="0"/>
              <a:t>Mention Details</a:t>
            </a:r>
            <a:endParaRPr lang="en-US" dirty="0"/>
          </a:p>
        </p:txBody>
      </p:sp>
      <p:sp>
        <p:nvSpPr>
          <p:cNvPr id="59" name="Link 3"/>
          <p:cNvSpPr>
            <a:spLocks noGrp="1"/>
          </p:cNvSpPr>
          <p:nvPr>
            <p:ph type="body" sz="quarter" idx="32" hasCustomPrompt="1"/>
          </p:nvPr>
        </p:nvSpPr>
        <p:spPr>
          <a:xfrm>
            <a:off x="8703603" y="6084494"/>
            <a:ext cx="2851223" cy="33948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dirty="0" smtClean="0"/>
              <a:t>Link Details</a:t>
            </a:r>
            <a:endParaRPr lang="en-US" dirty="0"/>
          </a:p>
        </p:txBody>
      </p:sp>
      <p:sp>
        <p:nvSpPr>
          <p:cNvPr id="19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1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luence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 1"/>
          <p:cNvSpPr>
            <a:spLocks noGrp="1"/>
          </p:cNvSpPr>
          <p:nvPr>
            <p:ph type="pic" sz="quarter" idx="11"/>
          </p:nvPr>
        </p:nvSpPr>
        <p:spPr>
          <a:xfrm>
            <a:off x="849313" y="1698625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69" name="Influencer 1"/>
          <p:cNvSpPr>
            <a:spLocks noGrp="1"/>
          </p:cNvSpPr>
          <p:nvPr>
            <p:ph type="body" sz="quarter" idx="22" hasCustomPrompt="1"/>
          </p:nvPr>
        </p:nvSpPr>
        <p:spPr>
          <a:xfrm>
            <a:off x="2156005" y="1736090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70" name="Handle 1"/>
          <p:cNvSpPr>
            <a:spLocks noGrp="1"/>
          </p:cNvSpPr>
          <p:nvPr>
            <p:ph type="body" sz="quarter" idx="23" hasCustomPrompt="1"/>
          </p:nvPr>
        </p:nvSpPr>
        <p:spPr>
          <a:xfrm>
            <a:off x="2156005" y="205547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71" name="Followers 1"/>
          <p:cNvSpPr>
            <a:spLocks noGrp="1"/>
          </p:cNvSpPr>
          <p:nvPr>
            <p:ph type="body" sz="quarter" idx="24" hasCustomPrompt="1"/>
          </p:nvPr>
        </p:nvSpPr>
        <p:spPr>
          <a:xfrm>
            <a:off x="2156005" y="237486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67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849313" y="228929"/>
            <a:ext cx="1814512" cy="441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63780" y="958790"/>
            <a:ext cx="10706428" cy="262234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65" name="Rectangle 64"/>
          <p:cNvSpPr/>
          <p:nvPr userDrawn="1"/>
        </p:nvSpPr>
        <p:spPr>
          <a:xfrm>
            <a:off x="0" y="178825"/>
            <a:ext cx="12192000" cy="5405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itle 1"/>
          <p:cNvSpPr>
            <a:spLocks noGrp="1"/>
          </p:cNvSpPr>
          <p:nvPr>
            <p:ph type="title" hasCustomPrompt="1"/>
          </p:nvPr>
        </p:nvSpPr>
        <p:spPr>
          <a:xfrm>
            <a:off x="8534400" y="150559"/>
            <a:ext cx="3049450" cy="548640"/>
          </a:xfrm>
          <a:solidFill>
            <a:srgbClr val="F7F7F7"/>
          </a:solidFill>
          <a:ln>
            <a:noFill/>
          </a:ln>
        </p:spPr>
        <p:txBody>
          <a:bodyPr>
            <a:normAutofit/>
          </a:bodyPr>
          <a:lstStyle>
            <a:lvl1pPr algn="r">
              <a:defRPr sz="1600" baseline="0"/>
            </a:lvl1pPr>
          </a:lstStyle>
          <a:p>
            <a:r>
              <a:rPr lang="en-US" dirty="0" smtClean="0"/>
              <a:t>REPORT FOR</a:t>
            </a:r>
            <a:endParaRPr lang="en-US" dirty="0"/>
          </a:p>
        </p:txBody>
      </p:sp>
      <p:sp>
        <p:nvSpPr>
          <p:cNvPr id="72" name="Pic 2"/>
          <p:cNvSpPr>
            <a:spLocks noGrp="1"/>
          </p:cNvSpPr>
          <p:nvPr>
            <p:ph type="pic" sz="quarter" idx="25"/>
          </p:nvPr>
        </p:nvSpPr>
        <p:spPr>
          <a:xfrm>
            <a:off x="4469765" y="1698625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73" name="Influencer 2"/>
          <p:cNvSpPr>
            <a:spLocks noGrp="1"/>
          </p:cNvSpPr>
          <p:nvPr>
            <p:ph type="body" sz="quarter" idx="26" hasCustomPrompt="1"/>
          </p:nvPr>
        </p:nvSpPr>
        <p:spPr>
          <a:xfrm>
            <a:off x="5776457" y="1736090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74" name="Handle 2"/>
          <p:cNvSpPr>
            <a:spLocks noGrp="1"/>
          </p:cNvSpPr>
          <p:nvPr>
            <p:ph type="body" sz="quarter" idx="27" hasCustomPrompt="1"/>
          </p:nvPr>
        </p:nvSpPr>
        <p:spPr>
          <a:xfrm>
            <a:off x="5776457" y="205547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75" name="Followers 2"/>
          <p:cNvSpPr>
            <a:spLocks noGrp="1"/>
          </p:cNvSpPr>
          <p:nvPr>
            <p:ph type="body" sz="quarter" idx="28" hasCustomPrompt="1"/>
          </p:nvPr>
        </p:nvSpPr>
        <p:spPr>
          <a:xfrm>
            <a:off x="5776457" y="237486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80" name="Pic 3"/>
          <p:cNvSpPr>
            <a:spLocks noGrp="1"/>
          </p:cNvSpPr>
          <p:nvPr>
            <p:ph type="pic" sz="quarter" idx="29"/>
          </p:nvPr>
        </p:nvSpPr>
        <p:spPr>
          <a:xfrm>
            <a:off x="8090218" y="1698625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81" name="Influencer 3"/>
          <p:cNvSpPr>
            <a:spLocks noGrp="1"/>
          </p:cNvSpPr>
          <p:nvPr>
            <p:ph type="body" sz="quarter" idx="30" hasCustomPrompt="1"/>
          </p:nvPr>
        </p:nvSpPr>
        <p:spPr>
          <a:xfrm>
            <a:off x="9396910" y="1736090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82" name="Handle 3"/>
          <p:cNvSpPr>
            <a:spLocks noGrp="1"/>
          </p:cNvSpPr>
          <p:nvPr>
            <p:ph type="body" sz="quarter" idx="31" hasCustomPrompt="1"/>
          </p:nvPr>
        </p:nvSpPr>
        <p:spPr>
          <a:xfrm>
            <a:off x="9396910" y="205547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83" name="Followers 3"/>
          <p:cNvSpPr>
            <a:spLocks noGrp="1"/>
          </p:cNvSpPr>
          <p:nvPr>
            <p:ph type="body" sz="quarter" idx="32" hasCustomPrompt="1"/>
          </p:nvPr>
        </p:nvSpPr>
        <p:spPr>
          <a:xfrm>
            <a:off x="9396910" y="237486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93" name="Pic 4"/>
          <p:cNvSpPr>
            <a:spLocks noGrp="1"/>
          </p:cNvSpPr>
          <p:nvPr>
            <p:ph type="pic" sz="quarter" idx="33"/>
          </p:nvPr>
        </p:nvSpPr>
        <p:spPr>
          <a:xfrm>
            <a:off x="867273" y="3104914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94" name="Influencer 4"/>
          <p:cNvSpPr>
            <a:spLocks noGrp="1"/>
          </p:cNvSpPr>
          <p:nvPr>
            <p:ph type="body" sz="quarter" idx="34" hasCustomPrompt="1"/>
          </p:nvPr>
        </p:nvSpPr>
        <p:spPr>
          <a:xfrm>
            <a:off x="2173965" y="3142379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95" name="Handle 4"/>
          <p:cNvSpPr>
            <a:spLocks noGrp="1"/>
          </p:cNvSpPr>
          <p:nvPr>
            <p:ph type="body" sz="quarter" idx="35" hasCustomPrompt="1"/>
          </p:nvPr>
        </p:nvSpPr>
        <p:spPr>
          <a:xfrm>
            <a:off x="2173965" y="3461767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96" name="Followers 4"/>
          <p:cNvSpPr>
            <a:spLocks noGrp="1"/>
          </p:cNvSpPr>
          <p:nvPr>
            <p:ph type="body" sz="quarter" idx="36" hasCustomPrompt="1"/>
          </p:nvPr>
        </p:nvSpPr>
        <p:spPr>
          <a:xfrm>
            <a:off x="2173965" y="3781155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97" name="Pic 5"/>
          <p:cNvSpPr>
            <a:spLocks noGrp="1"/>
          </p:cNvSpPr>
          <p:nvPr>
            <p:ph type="pic" sz="quarter" idx="37"/>
          </p:nvPr>
        </p:nvSpPr>
        <p:spPr>
          <a:xfrm>
            <a:off x="4487725" y="3104914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98" name="Influencer 5"/>
          <p:cNvSpPr>
            <a:spLocks noGrp="1"/>
          </p:cNvSpPr>
          <p:nvPr>
            <p:ph type="body" sz="quarter" idx="38" hasCustomPrompt="1"/>
          </p:nvPr>
        </p:nvSpPr>
        <p:spPr>
          <a:xfrm>
            <a:off x="5794417" y="3142379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99" name="Handle 5"/>
          <p:cNvSpPr>
            <a:spLocks noGrp="1"/>
          </p:cNvSpPr>
          <p:nvPr>
            <p:ph type="body" sz="quarter" idx="39" hasCustomPrompt="1"/>
          </p:nvPr>
        </p:nvSpPr>
        <p:spPr>
          <a:xfrm>
            <a:off x="5794417" y="3461767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00" name="Followers 5"/>
          <p:cNvSpPr>
            <a:spLocks noGrp="1"/>
          </p:cNvSpPr>
          <p:nvPr>
            <p:ph type="body" sz="quarter" idx="40" hasCustomPrompt="1"/>
          </p:nvPr>
        </p:nvSpPr>
        <p:spPr>
          <a:xfrm>
            <a:off x="5794417" y="3781155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01" name="Pic 6"/>
          <p:cNvSpPr>
            <a:spLocks noGrp="1"/>
          </p:cNvSpPr>
          <p:nvPr>
            <p:ph type="pic" sz="quarter" idx="41"/>
          </p:nvPr>
        </p:nvSpPr>
        <p:spPr>
          <a:xfrm>
            <a:off x="8108178" y="3104914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02" name="Influencer 6"/>
          <p:cNvSpPr>
            <a:spLocks noGrp="1"/>
          </p:cNvSpPr>
          <p:nvPr>
            <p:ph type="body" sz="quarter" idx="42" hasCustomPrompt="1"/>
          </p:nvPr>
        </p:nvSpPr>
        <p:spPr>
          <a:xfrm>
            <a:off x="9414870" y="3142379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03" name="Handle 6"/>
          <p:cNvSpPr>
            <a:spLocks noGrp="1"/>
          </p:cNvSpPr>
          <p:nvPr>
            <p:ph type="body" sz="quarter" idx="43" hasCustomPrompt="1"/>
          </p:nvPr>
        </p:nvSpPr>
        <p:spPr>
          <a:xfrm>
            <a:off x="9414870" y="3461767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04" name="Followers 6"/>
          <p:cNvSpPr>
            <a:spLocks noGrp="1"/>
          </p:cNvSpPr>
          <p:nvPr>
            <p:ph type="body" sz="quarter" idx="44" hasCustomPrompt="1"/>
          </p:nvPr>
        </p:nvSpPr>
        <p:spPr>
          <a:xfrm>
            <a:off x="9414870" y="3781155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05" name="Pic 7"/>
          <p:cNvSpPr>
            <a:spLocks noGrp="1"/>
          </p:cNvSpPr>
          <p:nvPr>
            <p:ph type="pic" sz="quarter" idx="45"/>
          </p:nvPr>
        </p:nvSpPr>
        <p:spPr>
          <a:xfrm>
            <a:off x="841376" y="4511203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06" name="Influencer 7"/>
          <p:cNvSpPr>
            <a:spLocks noGrp="1"/>
          </p:cNvSpPr>
          <p:nvPr>
            <p:ph type="body" sz="quarter" idx="46" hasCustomPrompt="1"/>
          </p:nvPr>
        </p:nvSpPr>
        <p:spPr>
          <a:xfrm>
            <a:off x="2148068" y="454866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07" name="Handle 7"/>
          <p:cNvSpPr>
            <a:spLocks noGrp="1"/>
          </p:cNvSpPr>
          <p:nvPr>
            <p:ph type="body" sz="quarter" idx="47" hasCustomPrompt="1"/>
          </p:nvPr>
        </p:nvSpPr>
        <p:spPr>
          <a:xfrm>
            <a:off x="2148068" y="486805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08" name="Followers 7"/>
          <p:cNvSpPr>
            <a:spLocks noGrp="1"/>
          </p:cNvSpPr>
          <p:nvPr>
            <p:ph type="body" sz="quarter" idx="48" hasCustomPrompt="1"/>
          </p:nvPr>
        </p:nvSpPr>
        <p:spPr>
          <a:xfrm>
            <a:off x="2148068" y="5187444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09" name="Pic 8"/>
          <p:cNvSpPr>
            <a:spLocks noGrp="1"/>
          </p:cNvSpPr>
          <p:nvPr>
            <p:ph type="pic" sz="quarter" idx="49"/>
          </p:nvPr>
        </p:nvSpPr>
        <p:spPr>
          <a:xfrm>
            <a:off x="4461828" y="4511203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10" name="Influencer 8"/>
          <p:cNvSpPr>
            <a:spLocks noGrp="1"/>
          </p:cNvSpPr>
          <p:nvPr>
            <p:ph type="body" sz="quarter" idx="50" hasCustomPrompt="1"/>
          </p:nvPr>
        </p:nvSpPr>
        <p:spPr>
          <a:xfrm>
            <a:off x="5768520" y="454866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11" name="Handle 8"/>
          <p:cNvSpPr>
            <a:spLocks noGrp="1"/>
          </p:cNvSpPr>
          <p:nvPr>
            <p:ph type="body" sz="quarter" idx="51" hasCustomPrompt="1"/>
          </p:nvPr>
        </p:nvSpPr>
        <p:spPr>
          <a:xfrm>
            <a:off x="5768520" y="486805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12" name="Followers 8"/>
          <p:cNvSpPr>
            <a:spLocks noGrp="1"/>
          </p:cNvSpPr>
          <p:nvPr>
            <p:ph type="body" sz="quarter" idx="52" hasCustomPrompt="1"/>
          </p:nvPr>
        </p:nvSpPr>
        <p:spPr>
          <a:xfrm>
            <a:off x="5768520" y="5187444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  <p:sp>
        <p:nvSpPr>
          <p:cNvPr id="113" name="Pic 9"/>
          <p:cNvSpPr>
            <a:spLocks noGrp="1"/>
          </p:cNvSpPr>
          <p:nvPr>
            <p:ph type="pic" sz="quarter" idx="53"/>
          </p:nvPr>
        </p:nvSpPr>
        <p:spPr>
          <a:xfrm>
            <a:off x="8082281" y="4511203"/>
            <a:ext cx="1123950" cy="928688"/>
          </a:xfrm>
        </p:spPr>
        <p:txBody>
          <a:bodyPr/>
          <a:lstStyle/>
          <a:p>
            <a:endParaRPr lang="en-US"/>
          </a:p>
        </p:txBody>
      </p:sp>
      <p:sp>
        <p:nvSpPr>
          <p:cNvPr id="114" name="Influencer 9"/>
          <p:cNvSpPr>
            <a:spLocks noGrp="1"/>
          </p:cNvSpPr>
          <p:nvPr>
            <p:ph type="body" sz="quarter" idx="54" hasCustomPrompt="1"/>
          </p:nvPr>
        </p:nvSpPr>
        <p:spPr>
          <a:xfrm>
            <a:off x="9388973" y="4548668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 dirty="0" smtClean="0"/>
              <a:t>Influencer Name</a:t>
            </a:r>
            <a:endParaRPr lang="en-US" dirty="0"/>
          </a:p>
        </p:txBody>
      </p:sp>
      <p:sp>
        <p:nvSpPr>
          <p:cNvPr id="115" name="Handle 9"/>
          <p:cNvSpPr>
            <a:spLocks noGrp="1"/>
          </p:cNvSpPr>
          <p:nvPr>
            <p:ph type="body" sz="quarter" idx="55" hasCustomPrompt="1"/>
          </p:nvPr>
        </p:nvSpPr>
        <p:spPr>
          <a:xfrm>
            <a:off x="9388973" y="4868056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 smtClean="0"/>
              <a:t>Screen_name</a:t>
            </a:r>
            <a:endParaRPr lang="en-US" dirty="0"/>
          </a:p>
        </p:txBody>
      </p:sp>
      <p:sp>
        <p:nvSpPr>
          <p:cNvPr id="116" name="Followers 9"/>
          <p:cNvSpPr>
            <a:spLocks noGrp="1"/>
          </p:cNvSpPr>
          <p:nvPr>
            <p:ph type="body" sz="quarter" idx="56" hasCustomPrompt="1"/>
          </p:nvPr>
        </p:nvSpPr>
        <p:spPr>
          <a:xfrm>
            <a:off x="9388973" y="5187444"/>
            <a:ext cx="2168980" cy="2594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followers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4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4F5A4-8D5B-4493-9634-DA6247F7FBB6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F389F-E4CD-4587-B257-8B9ECD408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3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0" r:id="rId3"/>
    <p:sldLayoutId id="2147483663" r:id="rId4"/>
    <p:sldLayoutId id="2147483667" r:id="rId5"/>
    <p:sldLayoutId id="2147483661" r:id="rId6"/>
    <p:sldLayoutId id="2147483666" r:id="rId7"/>
    <p:sldLayoutId id="2147483662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" id="{C0FD5AE9-8F7C-483D-9833-EAEF5E09A230}" vid="{64CC456B-D22C-426B-8937-D937278428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46</cp:revision>
  <dcterms:created xsi:type="dcterms:W3CDTF">2025-03-25T16:00:37Z</dcterms:created>
  <dcterms:modified xsi:type="dcterms:W3CDTF">2025-04-01T10:03:47Z</dcterms:modified>
</cp:coreProperties>
</file>