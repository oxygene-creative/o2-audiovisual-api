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EEEEE"/>
    <a:srgbClr val="F7F7F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019" autoAdjust="0"/>
    <p:restoredTop sz="94660"/>
  </p:normalViewPr>
  <p:slideViewPr>
    <p:cSldViewPr snapToGrid="0">
      <p:cViewPr varScale="1">
        <p:scale>
          <a:sx n="79" d="100"/>
          <a:sy n="79" d="100"/>
        </p:scale>
        <p:origin x="126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esProps" Target="presProps.xml"/><Relationship Id="rId3" Type="http://schemas.openxmlformats.org/officeDocument/2006/relationships/viewProps" Target="viewProps.xml"/><Relationship Id="rId4" Type="http://schemas.openxmlformats.org/officeDocument/2006/relationships/theme" Target="theme/theme1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Relationship Id="rId26" Type="http://schemas.openxmlformats.org/officeDocument/2006/relationships/slide" Target="slides/slide21.xml"/><Relationship Id="rId27" Type="http://schemas.openxmlformats.org/officeDocument/2006/relationships/slide" Target="slides/slide22.xml"/><Relationship Id="rId28" Type="http://schemas.openxmlformats.org/officeDocument/2006/relationships/slide" Target="slides/slide23.xml"/><Relationship Id="rId29" Type="http://schemas.openxmlformats.org/officeDocument/2006/relationships/slide" Target="slides/slide24.xml"/><Relationship Id="rId30" Type="http://schemas.openxmlformats.org/officeDocument/2006/relationships/slide" Target="slides/slide25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Title</c:v>
                </c:pt>
              </c:strCache>
            </c:strRef>
          </c:tx>
          <c:dPt>
            <c:idx val="0"/>
            <c:spPr>
              <a:solidFill>
                <a:srgbClr val="43B02A"/>
              </a:solidFill>
            </c:spPr>
          </c:dPt>
          <c:dPt>
            <c:idx val="1"/>
            <c:spPr>
              <a:solidFill>
                <a:srgbClr val="FF4444"/>
              </a:solidFill>
            </c:spPr>
          </c:dPt>
          <c:dPt>
            <c:idx val="2"/>
            <c:spPr>
              <a:solidFill>
                <a:srgbClr val="808080"/>
              </a:solidFill>
            </c:spPr>
          </c:dPt>
          <c:dLbls>
            <c:numFmt formatCode="0%" sourceLinked="0"/>
            <c:txPr>
              <a:bodyPr/>
              <a:lstStyle/>
              <a:p>
                <a:pPr>
                  <a:defRPr sz="1440"/>
                </a:pPr>
              </a:p>
            </c:txPr>
            <c:showLegendKey val="0"/>
            <c:showVal val="0"/>
            <c:showCatName val="0"/>
            <c:showSerName val="0"/>
            <c:showPercent val="1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positive</c:v>
                </c:pt>
                <c:pt idx="1">
                  <c:v>negative</c:v>
                </c:pt>
                <c:pt idx="2">
                  <c:v>neutral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</c:v>
                </c:pt>
                <c:pt idx="1">
                  <c:v>3</c:v>
                </c:pt>
                <c:pt idx="2">
                  <c:v>20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legend>
      <c:legendPos val="r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Mentions</c:v>
                </c:pt>
              </c:strCache>
            </c:strRef>
          </c:tx>
          <c:spPr>
            <a:solidFill>
              <a:srgbClr val="F06634"/>
            </a:solidFill>
          </c:spPr>
          <c:cat>
            <c:strRef>
              <c:f>Sheet1!$A$2:$A$34</c:f>
              <c:strCache>
                <c:ptCount val="33"/>
                <c:pt idx="0">
                  <c:v>7 Feb</c:v>
                </c:pt>
                <c:pt idx="1">
                  <c:v>8 Feb</c:v>
                </c:pt>
                <c:pt idx="2">
                  <c:v>9 Feb</c:v>
                </c:pt>
                <c:pt idx="3">
                  <c:v>10 Feb</c:v>
                </c:pt>
                <c:pt idx="4">
                  <c:v>11 Feb</c:v>
                </c:pt>
                <c:pt idx="5">
                  <c:v>13 Feb</c:v>
                </c:pt>
                <c:pt idx="6">
                  <c:v>14 Feb</c:v>
                </c:pt>
                <c:pt idx="7">
                  <c:v>15 Feb</c:v>
                </c:pt>
                <c:pt idx="8">
                  <c:v>17 Feb</c:v>
                </c:pt>
                <c:pt idx="9">
                  <c:v>18 Feb</c:v>
                </c:pt>
                <c:pt idx="10">
                  <c:v>19 Feb</c:v>
                </c:pt>
                <c:pt idx="11">
                  <c:v>20 Feb</c:v>
                </c:pt>
                <c:pt idx="12">
                  <c:v>21 Feb</c:v>
                </c:pt>
                <c:pt idx="13">
                  <c:v>22 Feb</c:v>
                </c:pt>
                <c:pt idx="14">
                  <c:v>23 Feb</c:v>
                </c:pt>
                <c:pt idx="15">
                  <c:v>24 Feb</c:v>
                </c:pt>
                <c:pt idx="16">
                  <c:v>26 Feb</c:v>
                </c:pt>
                <c:pt idx="17">
                  <c:v>27 Feb</c:v>
                </c:pt>
                <c:pt idx="18">
                  <c:v>28 Feb</c:v>
                </c:pt>
                <c:pt idx="19">
                  <c:v>3 Mar</c:v>
                </c:pt>
                <c:pt idx="20">
                  <c:v>5 Mar</c:v>
                </c:pt>
                <c:pt idx="21">
                  <c:v>6 Mar</c:v>
                </c:pt>
                <c:pt idx="22">
                  <c:v>7 Mar</c:v>
                </c:pt>
                <c:pt idx="23">
                  <c:v>8 Mar</c:v>
                </c:pt>
                <c:pt idx="24">
                  <c:v>9 Mar</c:v>
                </c:pt>
                <c:pt idx="25">
                  <c:v>17 Mar</c:v>
                </c:pt>
                <c:pt idx="26">
                  <c:v>21 Mar</c:v>
                </c:pt>
                <c:pt idx="27">
                  <c:v>22 Mar</c:v>
                </c:pt>
                <c:pt idx="28">
                  <c:v>23 Mar</c:v>
                </c:pt>
                <c:pt idx="29">
                  <c:v>24 Mar</c:v>
                </c:pt>
                <c:pt idx="30">
                  <c:v>25 Mar</c:v>
                </c:pt>
                <c:pt idx="31">
                  <c:v>26 Mar</c:v>
                </c:pt>
                <c:pt idx="32">
                  <c:v>28 Mar</c:v>
                </c:pt>
              </c:strCache>
            </c:strRef>
          </c:cat>
          <c:val>
            <c:numRef>
              <c:f>Sheet1!$B$2:$B$34</c:f>
              <c:numCache>
                <c:formatCode>General</c:formatCode>
                <c:ptCount val="33"/>
                <c:pt idx="0">
                  <c:v>2</c:v>
                </c:pt>
                <c:pt idx="1">
                  <c:v>1</c:v>
                </c:pt>
                <c:pt idx="2">
                  <c:v>2</c:v>
                </c:pt>
                <c:pt idx="3">
                  <c:v>4</c:v>
                </c:pt>
                <c:pt idx="4">
                  <c:v>1</c:v>
                </c:pt>
                <c:pt idx="5">
                  <c:v>2</c:v>
                </c:pt>
                <c:pt idx="6">
                  <c:v>4</c:v>
                </c:pt>
                <c:pt idx="7">
                  <c:v>1</c:v>
                </c:pt>
                <c:pt idx="8">
                  <c:v>1</c:v>
                </c:pt>
                <c:pt idx="9">
                  <c:v>1</c:v>
                </c:pt>
                <c:pt idx="10">
                  <c:v>8</c:v>
                </c:pt>
                <c:pt idx="11">
                  <c:v>4</c:v>
                </c:pt>
                <c:pt idx="12">
                  <c:v>2</c:v>
                </c:pt>
                <c:pt idx="13">
                  <c:v>2</c:v>
                </c:pt>
                <c:pt idx="14">
                  <c:v>1</c:v>
                </c:pt>
                <c:pt idx="15">
                  <c:v>1</c:v>
                </c:pt>
                <c:pt idx="16">
                  <c:v>2</c:v>
                </c:pt>
                <c:pt idx="17">
                  <c:v>1</c:v>
                </c:pt>
                <c:pt idx="18">
                  <c:v>1</c:v>
                </c:pt>
                <c:pt idx="19">
                  <c:v>4</c:v>
                </c:pt>
                <c:pt idx="20">
                  <c:v>4</c:v>
                </c:pt>
                <c:pt idx="21">
                  <c:v>9</c:v>
                </c:pt>
                <c:pt idx="22">
                  <c:v>4</c:v>
                </c:pt>
                <c:pt idx="23">
                  <c:v>4</c:v>
                </c:pt>
                <c:pt idx="24">
                  <c:v>2</c:v>
                </c:pt>
                <c:pt idx="25">
                  <c:v>2</c:v>
                </c:pt>
                <c:pt idx="26">
                  <c:v>1</c:v>
                </c:pt>
                <c:pt idx="27">
                  <c:v>1</c:v>
                </c:pt>
                <c:pt idx="28">
                  <c:v>3</c:v>
                </c:pt>
                <c:pt idx="29">
                  <c:v>2</c:v>
                </c:pt>
                <c:pt idx="30">
                  <c:v>2</c:v>
                </c:pt>
                <c:pt idx="31">
                  <c:v>1</c:v>
                </c:pt>
                <c:pt idx="32">
                  <c:v>20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crossAx val="-2100718248"/>
        <c:crosses val="autoZero"/>
        <c:auto val="1"/>
        <c:lblAlgn val="ctr"/>
        <c:lblOffset val="100"/>
        <c:noMultiLvlLbl val="0"/>
      </c:catAx>
      <c:valAx>
        <c:axId val="-2100718248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-2101159928"/>
        <c:crosses val="autoZero"/>
        <c:crossBetween val="midCat"/>
      </c:valAx>
    </c:plotArea>
    <c:legend>
      <c:legendPos val="r"/>
      <c:layout/>
      <c:overlay val="0"/>
    </c:legend>
    <c:plotVisOnly val="1"/>
    <c:dispBlanksAs val="zero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Title</c:v>
                </c:pt>
              </c:strCache>
            </c:strRef>
          </c:tx>
          <c:dPt>
            <c:idx val="0"/>
            <c:spPr>
              <a:solidFill>
                <a:srgbClr val="43B02A"/>
              </a:solidFill>
            </c:spPr>
          </c:dPt>
          <c:dPt>
            <c:idx val="1"/>
            <c:spPr>
              <a:solidFill>
                <a:srgbClr val="FF4444"/>
              </a:solidFill>
            </c:spPr>
          </c:dPt>
          <c:dPt>
            <c:idx val="2"/>
            <c:spPr>
              <a:solidFill>
                <a:srgbClr val="808080"/>
              </a:solidFill>
            </c:spPr>
          </c:dPt>
          <c:dLbls>
            <c:numFmt formatCode="0%" sourceLinked="0"/>
            <c:txPr>
              <a:bodyPr/>
              <a:lstStyle/>
              <a:p>
                <a:pPr>
                  <a:defRPr sz="1440"/>
                </a:pPr>
              </a:p>
            </c:txPr>
            <c:showLegendKey val="0"/>
            <c:showVal val="0"/>
            <c:showCatName val="0"/>
            <c:showSerName val="0"/>
            <c:showPercent val="1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positive</c:v>
                </c:pt>
                <c:pt idx="1">
                  <c:v>negative</c:v>
                </c:pt>
                <c:pt idx="2">
                  <c:v>neutral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86</c:v>
                </c:pt>
                <c:pt idx="1">
                  <c:v>4</c:v>
                </c:pt>
                <c:pt idx="2">
                  <c:v>10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legend>
      <c:legendPos val="r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Mentions</c:v>
                </c:pt>
              </c:strCache>
            </c:strRef>
          </c:tx>
          <c:spPr>
            <a:solidFill>
              <a:srgbClr val="F06634"/>
            </a:solidFill>
          </c:spPr>
          <c:cat>
            <c:strRef>
              <c:f>Sheet1!$A$2:$A$13</c:f>
              <c:strCache>
                <c:ptCount val="12"/>
                <c:pt idx="0">
                  <c:v>28 Aug</c:v>
                </c:pt>
                <c:pt idx="1">
                  <c:v>29 Aug</c:v>
                </c:pt>
                <c:pt idx="2">
                  <c:v>30 Aug</c:v>
                </c:pt>
                <c:pt idx="3">
                  <c:v>31 Aug</c:v>
                </c:pt>
                <c:pt idx="4">
                  <c:v>1 Sep</c:v>
                </c:pt>
                <c:pt idx="5">
                  <c:v>3 Sep</c:v>
                </c:pt>
                <c:pt idx="6">
                  <c:v>4 Sep</c:v>
                </c:pt>
                <c:pt idx="7">
                  <c:v>5 Sep</c:v>
                </c:pt>
                <c:pt idx="8">
                  <c:v>6 Sep</c:v>
                </c:pt>
                <c:pt idx="9">
                  <c:v>7 Sep</c:v>
                </c:pt>
                <c:pt idx="10">
                  <c:v>11 May</c:v>
                </c:pt>
                <c:pt idx="11">
                  <c:v>14 Oct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</c:v>
                </c:pt>
                <c:pt idx="1">
                  <c:v>2</c:v>
                </c:pt>
                <c:pt idx="2">
                  <c:v>1</c:v>
                </c:pt>
                <c:pt idx="3">
                  <c:v>1</c:v>
                </c:pt>
                <c:pt idx="4">
                  <c:v>1</c:v>
                </c:pt>
                <c:pt idx="5">
                  <c:v>2</c:v>
                </c:pt>
                <c:pt idx="6">
                  <c:v>3</c:v>
                </c:pt>
                <c:pt idx="7">
                  <c:v>3</c:v>
                </c:pt>
                <c:pt idx="8">
                  <c:v>2</c:v>
                </c:pt>
                <c:pt idx="9">
                  <c:v>2</c:v>
                </c:pt>
                <c:pt idx="10">
                  <c:v>4</c:v>
                </c:pt>
                <c:pt idx="11">
                  <c:v>2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crossAx val="-2100718248"/>
        <c:crosses val="autoZero"/>
        <c:auto val="1"/>
        <c:lblAlgn val="ctr"/>
        <c:lblOffset val="100"/>
        <c:noMultiLvlLbl val="0"/>
      </c:catAx>
      <c:valAx>
        <c:axId val="-2100718248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-2101159928"/>
        <c:crosses val="autoZero"/>
        <c:crossBetween val="midCat"/>
      </c:valAx>
    </c:plotArea>
    <c:legend>
      <c:legendPos val="r"/>
      <c:layout/>
      <c:overlay val="0"/>
    </c:legend>
    <c:plotVisOnly val="1"/>
    <c:dispBlanksAs val="zero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Title</c:v>
                </c:pt>
              </c:strCache>
            </c:strRef>
          </c:tx>
          <c:dPt>
            <c:idx val="0"/>
            <c:spPr>
              <a:solidFill>
                <a:srgbClr val="43B02A"/>
              </a:solidFill>
            </c:spPr>
          </c:dPt>
          <c:dPt>
            <c:idx val="1"/>
            <c:spPr>
              <a:solidFill>
                <a:srgbClr val="FF4444"/>
              </a:solidFill>
            </c:spPr>
          </c:dPt>
          <c:dPt>
            <c:idx val="2"/>
            <c:spPr>
              <a:solidFill>
                <a:srgbClr val="808080"/>
              </a:solidFill>
            </c:spPr>
          </c:dPt>
          <c:dLbls>
            <c:numFmt formatCode="0%" sourceLinked="0"/>
            <c:txPr>
              <a:bodyPr/>
              <a:lstStyle/>
              <a:p>
                <a:pPr>
                  <a:defRPr sz="1440"/>
                </a:pPr>
              </a:p>
            </c:txPr>
            <c:showLegendKey val="0"/>
            <c:showVal val="0"/>
            <c:showCatName val="0"/>
            <c:showSerName val="0"/>
            <c:showPercent val="1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positive</c:v>
                </c:pt>
                <c:pt idx="1">
                  <c:v>negative</c:v>
                </c:pt>
                <c:pt idx="2">
                  <c:v>neutral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14</c:v>
                </c:pt>
                <c:pt idx="1">
                  <c:v>7</c:v>
                </c:pt>
                <c:pt idx="2">
                  <c:v>3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legend>
      <c:legendPos val="r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Mentions</c:v>
                </c:pt>
              </c:strCache>
            </c:strRef>
          </c:tx>
          <c:spPr>
            <a:solidFill>
              <a:srgbClr val="F06634"/>
            </a:solidFill>
          </c:spPr>
          <c:cat>
            <c:strRef>
              <c:f>Sheet1!$A$2:$A$77</c:f>
              <c:strCache>
                <c:ptCount val="76"/>
                <c:pt idx="0">
                  <c:v>15 Jul</c:v>
                </c:pt>
                <c:pt idx="1">
                  <c:v>14 Aug</c:v>
                </c:pt>
                <c:pt idx="2">
                  <c:v>1 Nov</c:v>
                </c:pt>
                <c:pt idx="3">
                  <c:v>11 Nov</c:v>
                </c:pt>
                <c:pt idx="4">
                  <c:v>22 Dec</c:v>
                </c:pt>
                <c:pt idx="5">
                  <c:v>12 Jan</c:v>
                </c:pt>
                <c:pt idx="6">
                  <c:v>29 Jan</c:v>
                </c:pt>
                <c:pt idx="7">
                  <c:v>8 Feb</c:v>
                </c:pt>
                <c:pt idx="8">
                  <c:v>20 Mar</c:v>
                </c:pt>
                <c:pt idx="9">
                  <c:v>24 Apr</c:v>
                </c:pt>
                <c:pt idx="10">
                  <c:v>28 Apr</c:v>
                </c:pt>
                <c:pt idx="11">
                  <c:v>16 Jun</c:v>
                </c:pt>
                <c:pt idx="12">
                  <c:v>17 Jun</c:v>
                </c:pt>
                <c:pt idx="13">
                  <c:v>7 Sep</c:v>
                </c:pt>
                <c:pt idx="14">
                  <c:v>13 Sep</c:v>
                </c:pt>
                <c:pt idx="15">
                  <c:v>21 Sep</c:v>
                </c:pt>
                <c:pt idx="16">
                  <c:v>26 Sep</c:v>
                </c:pt>
                <c:pt idx="17">
                  <c:v>30 Oct</c:v>
                </c:pt>
                <c:pt idx="18">
                  <c:v>17 Nov</c:v>
                </c:pt>
                <c:pt idx="19">
                  <c:v>2 Dec</c:v>
                </c:pt>
                <c:pt idx="20">
                  <c:v>27 Dec</c:v>
                </c:pt>
                <c:pt idx="21">
                  <c:v>31 Jan</c:v>
                </c:pt>
                <c:pt idx="22">
                  <c:v>3 Feb</c:v>
                </c:pt>
                <c:pt idx="23">
                  <c:v>13 Feb</c:v>
                </c:pt>
                <c:pt idx="24">
                  <c:v>4 Apr</c:v>
                </c:pt>
                <c:pt idx="25">
                  <c:v>22 Apr</c:v>
                </c:pt>
                <c:pt idx="26">
                  <c:v>23 Apr</c:v>
                </c:pt>
                <c:pt idx="27">
                  <c:v>1 Jun</c:v>
                </c:pt>
                <c:pt idx="28">
                  <c:v>6 Jun</c:v>
                </c:pt>
                <c:pt idx="29">
                  <c:v>27 Jun</c:v>
                </c:pt>
                <c:pt idx="30">
                  <c:v>29 Jun</c:v>
                </c:pt>
                <c:pt idx="31">
                  <c:v>8 Jul</c:v>
                </c:pt>
                <c:pt idx="32">
                  <c:v>11 Jul</c:v>
                </c:pt>
                <c:pt idx="33">
                  <c:v>14 Jul</c:v>
                </c:pt>
                <c:pt idx="34">
                  <c:v>20 Jul</c:v>
                </c:pt>
                <c:pt idx="35">
                  <c:v>24 Jul</c:v>
                </c:pt>
                <c:pt idx="36">
                  <c:v>10 Aug</c:v>
                </c:pt>
                <c:pt idx="37">
                  <c:v>27 Aug</c:v>
                </c:pt>
                <c:pt idx="38">
                  <c:v>12 Sep</c:v>
                </c:pt>
                <c:pt idx="39">
                  <c:v>21 Sep</c:v>
                </c:pt>
                <c:pt idx="40">
                  <c:v>31 Oct</c:v>
                </c:pt>
                <c:pt idx="41">
                  <c:v>10 Nov</c:v>
                </c:pt>
                <c:pt idx="42">
                  <c:v>12 Nov</c:v>
                </c:pt>
                <c:pt idx="43">
                  <c:v>17 Nov</c:v>
                </c:pt>
                <c:pt idx="44">
                  <c:v>24 Nov</c:v>
                </c:pt>
                <c:pt idx="45">
                  <c:v>25 Nov</c:v>
                </c:pt>
                <c:pt idx="46">
                  <c:v>30 Nov</c:v>
                </c:pt>
                <c:pt idx="47">
                  <c:v>8 Dec</c:v>
                </c:pt>
                <c:pt idx="48">
                  <c:v>12 Dec</c:v>
                </c:pt>
                <c:pt idx="49">
                  <c:v>16 Dec</c:v>
                </c:pt>
                <c:pt idx="50">
                  <c:v>23 Dec</c:v>
                </c:pt>
                <c:pt idx="51">
                  <c:v>28 Dec</c:v>
                </c:pt>
                <c:pt idx="52">
                  <c:v>29 Dec</c:v>
                </c:pt>
                <c:pt idx="53">
                  <c:v>7 Jan</c:v>
                </c:pt>
                <c:pt idx="54">
                  <c:v>24 Jan</c:v>
                </c:pt>
                <c:pt idx="55">
                  <c:v>25 Jan</c:v>
                </c:pt>
                <c:pt idx="56">
                  <c:v>8 Feb</c:v>
                </c:pt>
                <c:pt idx="57">
                  <c:v>9 Feb</c:v>
                </c:pt>
                <c:pt idx="58">
                  <c:v>10 Feb</c:v>
                </c:pt>
                <c:pt idx="59">
                  <c:v>11 Feb</c:v>
                </c:pt>
                <c:pt idx="60">
                  <c:v>13 Feb</c:v>
                </c:pt>
                <c:pt idx="61">
                  <c:v>16 Feb</c:v>
                </c:pt>
                <c:pt idx="62">
                  <c:v>18 Feb</c:v>
                </c:pt>
                <c:pt idx="63">
                  <c:v>23 Feb</c:v>
                </c:pt>
                <c:pt idx="64">
                  <c:v>25 Feb</c:v>
                </c:pt>
                <c:pt idx="65">
                  <c:v>2 Mar</c:v>
                </c:pt>
                <c:pt idx="66">
                  <c:v>6 Mar</c:v>
                </c:pt>
                <c:pt idx="67">
                  <c:v>11 Mar</c:v>
                </c:pt>
                <c:pt idx="68">
                  <c:v>13 Mar</c:v>
                </c:pt>
                <c:pt idx="69">
                  <c:v>14 Mar</c:v>
                </c:pt>
                <c:pt idx="70">
                  <c:v>16 Mar</c:v>
                </c:pt>
                <c:pt idx="71">
                  <c:v>20 Mar</c:v>
                </c:pt>
                <c:pt idx="72">
                  <c:v>21 Mar</c:v>
                </c:pt>
                <c:pt idx="73">
                  <c:v>22 Mar</c:v>
                </c:pt>
                <c:pt idx="74">
                  <c:v>24 Mar</c:v>
                </c:pt>
                <c:pt idx="75">
                  <c:v>25 Mar</c:v>
                </c:pt>
              </c:strCache>
            </c:strRef>
          </c:cat>
          <c:val>
            <c:numRef>
              <c:f>Sheet1!$B$2:$B$77</c:f>
              <c:numCache>
                <c:formatCode>General</c:formatCode>
                <c:ptCount val="76"/>
                <c:pt idx="0">
                  <c:v>1</c:v>
                </c:pt>
                <c:pt idx="1">
                  <c:v>1</c:v>
                </c:pt>
                <c:pt idx="2">
                  <c:v>1</c:v>
                </c:pt>
                <c:pt idx="3">
                  <c:v>1</c:v>
                </c:pt>
                <c:pt idx="4">
                  <c:v>2</c:v>
                </c:pt>
                <c:pt idx="5">
                  <c:v>1</c:v>
                </c:pt>
                <c:pt idx="6">
                  <c:v>2</c:v>
                </c:pt>
                <c:pt idx="7">
                  <c:v>1</c:v>
                </c:pt>
                <c:pt idx="8">
                  <c:v>1</c:v>
                </c:pt>
                <c:pt idx="9">
                  <c:v>2</c:v>
                </c:pt>
                <c:pt idx="10">
                  <c:v>1</c:v>
                </c:pt>
                <c:pt idx="11">
                  <c:v>1</c:v>
                </c:pt>
                <c:pt idx="12">
                  <c:v>1</c:v>
                </c:pt>
                <c:pt idx="13">
                  <c:v>2</c:v>
                </c:pt>
                <c:pt idx="14">
                  <c:v>1</c:v>
                </c:pt>
                <c:pt idx="15">
                  <c:v>1</c:v>
                </c:pt>
                <c:pt idx="16">
                  <c:v>1</c:v>
                </c:pt>
                <c:pt idx="17">
                  <c:v>1</c:v>
                </c:pt>
                <c:pt idx="18">
                  <c:v>1</c:v>
                </c:pt>
                <c:pt idx="19">
                  <c:v>1</c:v>
                </c:pt>
                <c:pt idx="20">
                  <c:v>1</c:v>
                </c:pt>
                <c:pt idx="21">
                  <c:v>1</c:v>
                </c:pt>
                <c:pt idx="22">
                  <c:v>1</c:v>
                </c:pt>
                <c:pt idx="23">
                  <c:v>1</c:v>
                </c:pt>
                <c:pt idx="24">
                  <c:v>1</c:v>
                </c:pt>
                <c:pt idx="25">
                  <c:v>1</c:v>
                </c:pt>
                <c:pt idx="26">
                  <c:v>3</c:v>
                </c:pt>
                <c:pt idx="27">
                  <c:v>1</c:v>
                </c:pt>
                <c:pt idx="28">
                  <c:v>1</c:v>
                </c:pt>
                <c:pt idx="29">
                  <c:v>1</c:v>
                </c:pt>
                <c:pt idx="30">
                  <c:v>1</c:v>
                </c:pt>
                <c:pt idx="31">
                  <c:v>1</c:v>
                </c:pt>
                <c:pt idx="32">
                  <c:v>2</c:v>
                </c:pt>
                <c:pt idx="33">
                  <c:v>2</c:v>
                </c:pt>
                <c:pt idx="34">
                  <c:v>1</c:v>
                </c:pt>
                <c:pt idx="35">
                  <c:v>1</c:v>
                </c:pt>
                <c:pt idx="36">
                  <c:v>2</c:v>
                </c:pt>
                <c:pt idx="37">
                  <c:v>1</c:v>
                </c:pt>
                <c:pt idx="38">
                  <c:v>1</c:v>
                </c:pt>
                <c:pt idx="39">
                  <c:v>1</c:v>
                </c:pt>
                <c:pt idx="40">
                  <c:v>2</c:v>
                </c:pt>
                <c:pt idx="41">
                  <c:v>1</c:v>
                </c:pt>
                <c:pt idx="42">
                  <c:v>1</c:v>
                </c:pt>
                <c:pt idx="43">
                  <c:v>1</c:v>
                </c:pt>
                <c:pt idx="44">
                  <c:v>1</c:v>
                </c:pt>
                <c:pt idx="45">
                  <c:v>1</c:v>
                </c:pt>
                <c:pt idx="46">
                  <c:v>1</c:v>
                </c:pt>
                <c:pt idx="47">
                  <c:v>2</c:v>
                </c:pt>
                <c:pt idx="48">
                  <c:v>4</c:v>
                </c:pt>
                <c:pt idx="49">
                  <c:v>2</c:v>
                </c:pt>
                <c:pt idx="50">
                  <c:v>1</c:v>
                </c:pt>
                <c:pt idx="51">
                  <c:v>1</c:v>
                </c:pt>
                <c:pt idx="52">
                  <c:v>2</c:v>
                </c:pt>
                <c:pt idx="53">
                  <c:v>1</c:v>
                </c:pt>
                <c:pt idx="54">
                  <c:v>2</c:v>
                </c:pt>
                <c:pt idx="55">
                  <c:v>1</c:v>
                </c:pt>
                <c:pt idx="56">
                  <c:v>1</c:v>
                </c:pt>
                <c:pt idx="57">
                  <c:v>1</c:v>
                </c:pt>
                <c:pt idx="58">
                  <c:v>1</c:v>
                </c:pt>
                <c:pt idx="59">
                  <c:v>2</c:v>
                </c:pt>
                <c:pt idx="60">
                  <c:v>2</c:v>
                </c:pt>
                <c:pt idx="61">
                  <c:v>1</c:v>
                </c:pt>
                <c:pt idx="62">
                  <c:v>1</c:v>
                </c:pt>
                <c:pt idx="63">
                  <c:v>1</c:v>
                </c:pt>
                <c:pt idx="64">
                  <c:v>2</c:v>
                </c:pt>
                <c:pt idx="65">
                  <c:v>1</c:v>
                </c:pt>
                <c:pt idx="66">
                  <c:v>1</c:v>
                </c:pt>
                <c:pt idx="67">
                  <c:v>1</c:v>
                </c:pt>
                <c:pt idx="68">
                  <c:v>1</c:v>
                </c:pt>
                <c:pt idx="69">
                  <c:v>2</c:v>
                </c:pt>
                <c:pt idx="70">
                  <c:v>1</c:v>
                </c:pt>
                <c:pt idx="71">
                  <c:v>1</c:v>
                </c:pt>
                <c:pt idx="72">
                  <c:v>1</c:v>
                </c:pt>
                <c:pt idx="73">
                  <c:v>1</c:v>
                </c:pt>
                <c:pt idx="74">
                  <c:v>4</c:v>
                </c:pt>
                <c:pt idx="75">
                  <c:v>1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crossAx val="-2100718248"/>
        <c:crosses val="autoZero"/>
        <c:auto val="1"/>
        <c:lblAlgn val="ctr"/>
        <c:lblOffset val="100"/>
        <c:noMultiLvlLbl val="0"/>
      </c:catAx>
      <c:valAx>
        <c:axId val="-2100718248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-2101159928"/>
        <c:crosses val="autoZero"/>
        <c:crossBetween val="midCat"/>
      </c:valAx>
    </c:plotArea>
    <c:legend>
      <c:legendPos val="r"/>
      <c:layout/>
      <c:overlay val="0"/>
    </c:legend>
    <c:plotVisOnly val="1"/>
    <c:dispBlanksAs val="zero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Title</c:v>
                </c:pt>
              </c:strCache>
            </c:strRef>
          </c:tx>
          <c:dPt>
            <c:idx val="0"/>
            <c:spPr>
              <a:solidFill>
                <a:srgbClr val="43B02A"/>
              </a:solidFill>
            </c:spPr>
          </c:dPt>
          <c:dPt>
            <c:idx val="1"/>
            <c:spPr>
              <a:solidFill>
                <a:srgbClr val="FF4444"/>
              </a:solidFill>
            </c:spPr>
          </c:dPt>
          <c:dPt>
            <c:idx val="2"/>
            <c:spPr>
              <a:solidFill>
                <a:srgbClr val="808080"/>
              </a:solidFill>
            </c:spPr>
          </c:dPt>
          <c:dLbls>
            <c:numFmt formatCode="0%" sourceLinked="0"/>
            <c:txPr>
              <a:bodyPr/>
              <a:lstStyle/>
              <a:p>
                <a:pPr>
                  <a:defRPr sz="1440"/>
                </a:pPr>
              </a:p>
            </c:txPr>
            <c:showLegendKey val="0"/>
            <c:showVal val="0"/>
            <c:showCatName val="0"/>
            <c:showSerName val="0"/>
            <c:showPercent val="1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positive</c:v>
                </c:pt>
                <c:pt idx="1">
                  <c:v>negative</c:v>
                </c:pt>
                <c:pt idx="2">
                  <c:v>neutral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17</c:v>
                </c:pt>
                <c:pt idx="1">
                  <c:v>7</c:v>
                </c:pt>
                <c:pt idx="2">
                  <c:v>76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legend>
      <c:legendPos val="r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Mentions</c:v>
                </c:pt>
              </c:strCache>
            </c:strRef>
          </c:tx>
          <c:spPr>
            <a:solidFill>
              <a:srgbClr val="F06634"/>
            </a:solidFill>
          </c:spPr>
          <c:cat>
            <c:strRef>
              <c:f>Sheet1!$A$2:$A$14</c:f>
              <c:strCache>
                <c:ptCount val="13"/>
                <c:pt idx="0">
                  <c:v>22 Jun</c:v>
                </c:pt>
                <c:pt idx="1">
                  <c:v>18 Jul</c:v>
                </c:pt>
                <c:pt idx="2">
                  <c:v>25 Sep</c:v>
                </c:pt>
                <c:pt idx="3">
                  <c:v>4 Nov</c:v>
                </c:pt>
                <c:pt idx="4">
                  <c:v>22 Nov</c:v>
                </c:pt>
                <c:pt idx="5">
                  <c:v>29 Nov</c:v>
                </c:pt>
                <c:pt idx="6">
                  <c:v>18 Dec</c:v>
                </c:pt>
                <c:pt idx="7">
                  <c:v>11 Feb</c:v>
                </c:pt>
                <c:pt idx="8">
                  <c:v>17 Feb</c:v>
                </c:pt>
                <c:pt idx="9">
                  <c:v>21 Feb</c:v>
                </c:pt>
                <c:pt idx="10">
                  <c:v>8 Mar</c:v>
                </c:pt>
                <c:pt idx="11">
                  <c:v>14 Mar</c:v>
                </c:pt>
                <c:pt idx="12">
                  <c:v>28 Mar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2</c:v>
                </c:pt>
                <c:pt idx="1">
                  <c:v>1</c:v>
                </c:pt>
                <c:pt idx="2">
                  <c:v>1</c:v>
                </c:pt>
                <c:pt idx="3">
                  <c:v>3</c:v>
                </c:pt>
                <c:pt idx="4">
                  <c:v>1</c:v>
                </c:pt>
                <c:pt idx="5">
                  <c:v>1</c:v>
                </c:pt>
                <c:pt idx="6">
                  <c:v>1</c:v>
                </c:pt>
                <c:pt idx="7">
                  <c:v>1</c:v>
                </c:pt>
                <c:pt idx="8">
                  <c:v>1</c:v>
                </c:pt>
                <c:pt idx="9">
                  <c:v>1</c:v>
                </c:pt>
                <c:pt idx="10">
                  <c:v>1</c:v>
                </c:pt>
                <c:pt idx="11">
                  <c:v>1</c:v>
                </c:pt>
                <c:pt idx="12">
                  <c:v>2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crossAx val="-2100718248"/>
        <c:crosses val="autoZero"/>
        <c:auto val="1"/>
        <c:lblAlgn val="ctr"/>
        <c:lblOffset val="100"/>
        <c:noMultiLvlLbl val="0"/>
      </c:catAx>
      <c:valAx>
        <c:axId val="-2100718248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-2101159928"/>
        <c:crosses val="autoZero"/>
        <c:crossBetween val="midCat"/>
      </c:valAx>
    </c:plotArea>
    <c:legend>
      <c:legendPos val="r"/>
      <c:layout/>
      <c:overlay val="0"/>
    </c:legend>
    <c:plotVisOnly val="1"/>
    <c:dispBlanksAs val="zero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Title</c:v>
                </c:pt>
              </c:strCache>
            </c:strRef>
          </c:tx>
          <c:dPt>
            <c:idx val="0"/>
            <c:spPr>
              <a:solidFill>
                <a:srgbClr val="43B02A"/>
              </a:solidFill>
            </c:spPr>
          </c:dPt>
          <c:dPt>
            <c:idx val="1"/>
            <c:spPr>
              <a:solidFill>
                <a:srgbClr val="FF4444"/>
              </a:solidFill>
            </c:spPr>
          </c:dPt>
          <c:dPt>
            <c:idx val="2"/>
            <c:spPr>
              <a:solidFill>
                <a:srgbClr val="808080"/>
              </a:solidFill>
            </c:spPr>
          </c:dPt>
          <c:dLbls>
            <c:numFmt formatCode="0%" sourceLinked="0"/>
            <c:txPr>
              <a:bodyPr/>
              <a:lstStyle/>
              <a:p>
                <a:pPr>
                  <a:defRPr sz="1440"/>
                </a:pPr>
              </a:p>
            </c:txPr>
            <c:showLegendKey val="0"/>
            <c:showVal val="0"/>
            <c:showCatName val="0"/>
            <c:showSerName val="0"/>
            <c:showPercent val="1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positive</c:v>
                </c:pt>
                <c:pt idx="1">
                  <c:v>negative</c:v>
                </c:pt>
                <c:pt idx="2">
                  <c:v>neutral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14</c:v>
                </c:pt>
                <c:pt idx="1">
                  <c:v>0</c:v>
                </c:pt>
                <c:pt idx="2">
                  <c:v>3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legend>
      <c:legendPos val="r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838200" y="2084832"/>
            <a:ext cx="4315968" cy="2144618"/>
          </a:xfrm>
        </p:spPr>
        <p:txBody>
          <a:bodyPr anchor="b"/>
          <a:lstStyle>
            <a:lvl1pPr algn="l">
              <a:defRPr sz="6000" b="1" baseline="0"/>
            </a:lvl1pPr>
          </a:lstStyle>
          <a:p>
            <a:r>
              <a:rPr lang="en-US" dirty="0" smtClean="0"/>
              <a:t>MEDIA TYPE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838200" y="4450080"/>
            <a:ext cx="4315968" cy="929640"/>
          </a:xfrm>
        </p:spPr>
        <p:txBody>
          <a:bodyPr/>
          <a:lstStyle>
            <a:lvl1pPr marL="0" indent="0" algn="l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 smtClean="0"/>
              <a:t>REPORT</a:t>
            </a:r>
            <a:endParaRPr lang="en-US" dirty="0"/>
          </a:p>
        </p:txBody>
      </p:sp>
      <p:sp>
        <p:nvSpPr>
          <p:cNvPr id="12" name="Picture Placeholder 11"/>
          <p:cNvSpPr>
            <a:spLocks noGrp="1"/>
          </p:cNvSpPr>
          <p:nvPr>
            <p:ph type="pic" sz="quarter" idx="12"/>
          </p:nvPr>
        </p:nvSpPr>
        <p:spPr>
          <a:xfrm>
            <a:off x="6197600" y="0"/>
            <a:ext cx="5994400" cy="685800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3"/>
          </p:nvPr>
        </p:nvSpPr>
        <p:spPr>
          <a:xfrm>
            <a:off x="838200" y="6356350"/>
            <a:ext cx="1295400" cy="365125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 err="1" smtClean="0"/>
              <a:t>Oxygene</a:t>
            </a:r>
            <a:r>
              <a:rPr lang="en-US" dirty="0" smtClean="0"/>
              <a:t> Monitor</a:t>
            </a:r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4"/>
          </p:nvPr>
        </p:nvSpPr>
        <p:spPr>
          <a:xfrm>
            <a:off x="2351532" y="6356348"/>
            <a:ext cx="2802636" cy="365125"/>
          </a:xfrm>
        </p:spPr>
        <p:txBody>
          <a:bodyPr/>
          <a:lstStyle/>
          <a:p>
            <a:r>
              <a:rPr lang="en-US" dirty="0" smtClean="0"/>
              <a:t>info@oxygene.co.ke | ai.oxygene.co.ke</a:t>
            </a:r>
            <a:endParaRPr lang="en-US" dirty="0"/>
          </a:p>
        </p:txBody>
      </p:sp>
      <p:sp>
        <p:nvSpPr>
          <p:cNvPr id="11" name="Picture Placeholder 10"/>
          <p:cNvSpPr>
            <a:spLocks noGrp="1"/>
          </p:cNvSpPr>
          <p:nvPr>
            <p:ph type="pic" sz="quarter" idx="15"/>
          </p:nvPr>
        </p:nvSpPr>
        <p:spPr>
          <a:xfrm>
            <a:off x="838200" y="791655"/>
            <a:ext cx="2417763" cy="804862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423098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ources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838200" y="2084832"/>
            <a:ext cx="4315968" cy="2144618"/>
          </a:xfrm>
        </p:spPr>
        <p:txBody>
          <a:bodyPr anchor="b"/>
          <a:lstStyle>
            <a:lvl1pPr algn="l">
              <a:defRPr sz="6000" b="1" baseline="0"/>
            </a:lvl1pPr>
          </a:lstStyle>
          <a:p>
            <a:r>
              <a:rPr lang="en-US" dirty="0" smtClean="0"/>
              <a:t>MEDIA TYPE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7427766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ine Charts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 userDrawn="1"/>
        </p:nvSpPr>
        <p:spPr>
          <a:xfrm>
            <a:off x="0" y="178825"/>
            <a:ext cx="12192000" cy="540503"/>
          </a:xfrm>
          <a:prstGeom prst="rect">
            <a:avLst/>
          </a:prstGeom>
          <a:solidFill>
            <a:srgbClr val="F7F7F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8534400" y="150559"/>
            <a:ext cx="3049450" cy="548640"/>
          </a:xfrm>
          <a:solidFill>
            <a:srgbClr val="F7F7F7"/>
          </a:solidFill>
          <a:ln>
            <a:noFill/>
          </a:ln>
        </p:spPr>
        <p:txBody>
          <a:bodyPr>
            <a:normAutofit/>
          </a:bodyPr>
          <a:lstStyle>
            <a:lvl1pPr algn="r">
              <a:defRPr sz="1600" baseline="0"/>
            </a:lvl1pPr>
          </a:lstStyle>
          <a:p>
            <a:r>
              <a:rPr lang="en-US" dirty="0" smtClean="0"/>
              <a:t>REPORT FOR</a:t>
            </a:r>
            <a:endParaRPr lang="en-US" dirty="0"/>
          </a:p>
        </p:txBody>
      </p:sp>
      <p:sp>
        <p:nvSpPr>
          <p:cNvPr id="19" name="TextBox 18"/>
          <p:cNvSpPr txBox="1"/>
          <p:nvPr userDrawn="1"/>
        </p:nvSpPr>
        <p:spPr>
          <a:xfrm>
            <a:off x="835533" y="5429899"/>
            <a:ext cx="99867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600" b="1" i="0" baseline="0" dirty="0" smtClean="0"/>
              <a:t>Mentions</a:t>
            </a:r>
            <a:endParaRPr lang="en-US" sz="1600" b="1" i="0" baseline="0" dirty="0"/>
          </a:p>
        </p:txBody>
      </p:sp>
      <p:sp>
        <p:nvSpPr>
          <p:cNvPr id="22" name="Picture Placeholder 21"/>
          <p:cNvSpPr>
            <a:spLocks noGrp="1"/>
          </p:cNvSpPr>
          <p:nvPr>
            <p:ph type="pic" sz="quarter" idx="12"/>
          </p:nvPr>
        </p:nvSpPr>
        <p:spPr>
          <a:xfrm>
            <a:off x="849313" y="228929"/>
            <a:ext cx="1814512" cy="4413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23" name="TextBox 22"/>
          <p:cNvSpPr txBox="1"/>
          <p:nvPr userDrawn="1"/>
        </p:nvSpPr>
        <p:spPr>
          <a:xfrm>
            <a:off x="8244219" y="5429899"/>
            <a:ext cx="74783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1" i="0" baseline="0" dirty="0" smtClean="0"/>
              <a:t>Effects</a:t>
            </a:r>
            <a:endParaRPr lang="en-US" sz="1600" b="1" i="0" baseline="0" dirty="0"/>
          </a:p>
        </p:txBody>
      </p:sp>
      <p:sp>
        <p:nvSpPr>
          <p:cNvPr id="24" name="Flowchart: Alternate Process 23"/>
          <p:cNvSpPr/>
          <p:nvPr userDrawn="1"/>
        </p:nvSpPr>
        <p:spPr>
          <a:xfrm>
            <a:off x="8331306" y="5895665"/>
            <a:ext cx="954705" cy="312372"/>
          </a:xfrm>
          <a:prstGeom prst="flowChartAlternateProcess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/>
              <a:t>High</a:t>
            </a:r>
            <a:endParaRPr lang="en-US" sz="1400" dirty="0"/>
          </a:p>
        </p:txBody>
      </p:sp>
      <p:sp>
        <p:nvSpPr>
          <p:cNvPr id="25" name="Flowchart: Alternate Process 24"/>
          <p:cNvSpPr/>
          <p:nvPr userDrawn="1"/>
        </p:nvSpPr>
        <p:spPr>
          <a:xfrm>
            <a:off x="9441583" y="5895665"/>
            <a:ext cx="1142984" cy="312372"/>
          </a:xfrm>
          <a:prstGeom prst="flowChartAlternateProcess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/>
              <a:t>Moderate</a:t>
            </a:r>
            <a:endParaRPr lang="en-US" sz="1400" dirty="0"/>
          </a:p>
        </p:txBody>
      </p:sp>
      <p:sp>
        <p:nvSpPr>
          <p:cNvPr id="26" name="Flowchart: Alternate Process 25"/>
          <p:cNvSpPr/>
          <p:nvPr userDrawn="1"/>
        </p:nvSpPr>
        <p:spPr>
          <a:xfrm>
            <a:off x="10740139" y="5895665"/>
            <a:ext cx="883819" cy="312372"/>
          </a:xfrm>
          <a:prstGeom prst="flowChartAlternateProcess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/>
              <a:t>Low</a:t>
            </a:r>
            <a:endParaRPr lang="en-US" sz="1400" dirty="0"/>
          </a:p>
        </p:txBody>
      </p:sp>
      <p:sp>
        <p:nvSpPr>
          <p:cNvPr id="15" name="Text Placeholder 3"/>
          <p:cNvSpPr>
            <a:spLocks noGrp="1"/>
          </p:cNvSpPr>
          <p:nvPr>
            <p:ph type="body" sz="quarter" idx="20" hasCustomPrompt="1"/>
          </p:nvPr>
        </p:nvSpPr>
        <p:spPr>
          <a:xfrm>
            <a:off x="863780" y="958790"/>
            <a:ext cx="10706428" cy="262234"/>
          </a:xfrm>
        </p:spPr>
        <p:txBody>
          <a:bodyPr>
            <a:noAutofit/>
          </a:bodyPr>
          <a:lstStyle>
            <a:lvl1pPr marL="0" indent="0">
              <a:buNone/>
              <a:defRPr sz="1800" b="1"/>
            </a:lvl1pPr>
          </a:lstStyle>
          <a:p>
            <a:pPr lvl="0"/>
            <a:r>
              <a:rPr lang="en-US" dirty="0" smtClean="0"/>
              <a:t>HEADING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21" hasCustomPrompt="1"/>
          </p:nvPr>
        </p:nvSpPr>
        <p:spPr>
          <a:xfrm>
            <a:off x="835533" y="1411192"/>
            <a:ext cx="10734675" cy="521562"/>
          </a:xfrm>
        </p:spPr>
        <p:txBody>
          <a:bodyPr/>
          <a:lstStyle>
            <a:lvl1pPr marL="0" indent="0">
              <a:buNone/>
              <a:defRPr sz="1600"/>
            </a:lvl1pPr>
          </a:lstStyle>
          <a:p>
            <a:pPr lvl="0"/>
            <a:r>
              <a:rPr lang="en-US" dirty="0" smtClean="0"/>
              <a:t>Summary</a:t>
            </a:r>
            <a:endParaRPr lang="en-US" dirty="0"/>
          </a:p>
        </p:txBody>
      </p:sp>
      <p:sp>
        <p:nvSpPr>
          <p:cNvPr id="17" name="Text Placeholder 4"/>
          <p:cNvSpPr>
            <a:spLocks noGrp="1"/>
          </p:cNvSpPr>
          <p:nvPr>
            <p:ph type="body" sz="quarter" idx="22" hasCustomPrompt="1"/>
          </p:nvPr>
        </p:nvSpPr>
        <p:spPr>
          <a:xfrm>
            <a:off x="835533" y="5890401"/>
            <a:ext cx="7214946" cy="840252"/>
          </a:xfrm>
        </p:spPr>
        <p:txBody>
          <a:bodyPr/>
          <a:lstStyle>
            <a:lvl1pPr marL="0" indent="0">
              <a:buNone/>
              <a:defRPr sz="1600"/>
            </a:lvl1pPr>
          </a:lstStyle>
          <a:p>
            <a:pPr lvl="0"/>
            <a:r>
              <a:rPr lang="en-US" dirty="0" smtClean="0"/>
              <a:t>Summary</a:t>
            </a:r>
            <a:endParaRPr lang="en-US" dirty="0"/>
          </a:p>
        </p:txBody>
      </p:sp>
      <p:sp>
        <p:nvSpPr>
          <p:cNvPr id="6" name="Chart Placeholder 5"/>
          <p:cNvSpPr>
            <a:spLocks noGrp="1"/>
          </p:cNvSpPr>
          <p:nvPr>
            <p:ph type="chart" sz="quarter" idx="23"/>
          </p:nvPr>
        </p:nvSpPr>
        <p:spPr>
          <a:xfrm>
            <a:off x="835025" y="2157413"/>
            <a:ext cx="10734675" cy="3146425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33468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ntiment With Sources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Box 18"/>
          <p:cNvSpPr txBox="1"/>
          <p:nvPr userDrawn="1"/>
        </p:nvSpPr>
        <p:spPr>
          <a:xfrm>
            <a:off x="835534" y="5473249"/>
            <a:ext cx="105587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i="0" baseline="0" dirty="0" smtClean="0"/>
              <a:t>Mentions</a:t>
            </a:r>
            <a:endParaRPr lang="en-US" sz="1600" b="1" i="0" baseline="0" dirty="0"/>
          </a:p>
        </p:txBody>
      </p:sp>
      <p:sp>
        <p:nvSpPr>
          <p:cNvPr id="20" name="TextBox 19"/>
          <p:cNvSpPr txBox="1"/>
          <p:nvPr userDrawn="1"/>
        </p:nvSpPr>
        <p:spPr>
          <a:xfrm>
            <a:off x="4540877" y="2032062"/>
            <a:ext cx="67781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i="0" baseline="0" dirty="0" smtClean="0"/>
              <a:t>Sources</a:t>
            </a:r>
            <a:endParaRPr lang="en-US" sz="1200" b="1" i="0" baseline="0" dirty="0"/>
          </a:p>
        </p:txBody>
      </p:sp>
      <p:sp>
        <p:nvSpPr>
          <p:cNvPr id="21" name="TextBox 20"/>
          <p:cNvSpPr txBox="1"/>
          <p:nvPr userDrawn="1"/>
        </p:nvSpPr>
        <p:spPr>
          <a:xfrm>
            <a:off x="8883972" y="2021964"/>
            <a:ext cx="84388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i="0" baseline="0" dirty="0" smtClean="0"/>
              <a:t>Sentiment</a:t>
            </a:r>
            <a:endParaRPr lang="en-US" sz="1200" b="1" i="0" baseline="0" dirty="0"/>
          </a:p>
        </p:txBody>
      </p:sp>
      <p:sp>
        <p:nvSpPr>
          <p:cNvPr id="30" name="TextBox 29"/>
          <p:cNvSpPr txBox="1"/>
          <p:nvPr userDrawn="1"/>
        </p:nvSpPr>
        <p:spPr>
          <a:xfrm>
            <a:off x="1359438" y="2664944"/>
            <a:ext cx="59772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0" i="0" baseline="0" dirty="0" smtClean="0">
                <a:solidFill>
                  <a:schemeClr val="bg1">
                    <a:lumMod val="65000"/>
                  </a:schemeClr>
                </a:solidFill>
              </a:rPr>
              <a:t>Total</a:t>
            </a:r>
            <a:endParaRPr lang="en-US" sz="1600" b="0" i="0" baseline="0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31" name="TextBox 30"/>
          <p:cNvSpPr txBox="1"/>
          <p:nvPr userDrawn="1"/>
        </p:nvSpPr>
        <p:spPr>
          <a:xfrm>
            <a:off x="1242804" y="3439716"/>
            <a:ext cx="83099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0" i="0" baseline="0" dirty="0" smtClean="0">
                <a:solidFill>
                  <a:schemeClr val="bg1">
                    <a:lumMod val="65000"/>
                  </a:schemeClr>
                </a:solidFill>
              </a:rPr>
              <a:t>Positive</a:t>
            </a:r>
            <a:endParaRPr lang="en-US" sz="1600" b="0" i="0" baseline="0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32" name="TextBox 31"/>
          <p:cNvSpPr txBox="1"/>
          <p:nvPr userDrawn="1"/>
        </p:nvSpPr>
        <p:spPr>
          <a:xfrm>
            <a:off x="1199523" y="4204511"/>
            <a:ext cx="91755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0" i="0" baseline="0" dirty="0" smtClean="0">
                <a:solidFill>
                  <a:schemeClr val="bg1">
                    <a:lumMod val="65000"/>
                  </a:schemeClr>
                </a:solidFill>
              </a:rPr>
              <a:t>Negative</a:t>
            </a:r>
            <a:endParaRPr lang="en-US" sz="1600" b="0" i="0" baseline="0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18" name="Text Placeholder 3"/>
          <p:cNvSpPr>
            <a:spLocks noGrp="1"/>
          </p:cNvSpPr>
          <p:nvPr>
            <p:ph type="body" sz="quarter" idx="20" hasCustomPrompt="1"/>
          </p:nvPr>
        </p:nvSpPr>
        <p:spPr>
          <a:xfrm>
            <a:off x="863780" y="958790"/>
            <a:ext cx="10706428" cy="262234"/>
          </a:xfrm>
        </p:spPr>
        <p:txBody>
          <a:bodyPr>
            <a:noAutofit/>
          </a:bodyPr>
          <a:lstStyle>
            <a:lvl1pPr marL="0" indent="0">
              <a:buNone/>
              <a:defRPr sz="1800" b="1"/>
            </a:lvl1pPr>
          </a:lstStyle>
          <a:p>
            <a:pPr lvl="0"/>
            <a:r>
              <a:rPr lang="en-US" dirty="0" smtClean="0"/>
              <a:t>HEADING</a:t>
            </a:r>
            <a:endParaRPr lang="en-US" dirty="0"/>
          </a:p>
        </p:txBody>
      </p:sp>
      <p:sp>
        <p:nvSpPr>
          <p:cNvPr id="23" name="Text Placeholder 4"/>
          <p:cNvSpPr>
            <a:spLocks noGrp="1"/>
          </p:cNvSpPr>
          <p:nvPr>
            <p:ph type="body" sz="quarter" idx="21" hasCustomPrompt="1"/>
          </p:nvPr>
        </p:nvSpPr>
        <p:spPr>
          <a:xfrm>
            <a:off x="835533" y="1411192"/>
            <a:ext cx="10734675" cy="521562"/>
          </a:xfrm>
        </p:spPr>
        <p:txBody>
          <a:bodyPr/>
          <a:lstStyle>
            <a:lvl1pPr marL="0" indent="0">
              <a:buNone/>
              <a:defRPr sz="1600"/>
            </a:lvl1pPr>
          </a:lstStyle>
          <a:p>
            <a:pPr lvl="0"/>
            <a:r>
              <a:rPr lang="en-US" dirty="0" smtClean="0"/>
              <a:t>Summary</a:t>
            </a:r>
            <a:endParaRPr lang="en-US" dirty="0"/>
          </a:p>
        </p:txBody>
      </p:sp>
      <p:sp>
        <p:nvSpPr>
          <p:cNvPr id="24" name="Text Placeholder 4"/>
          <p:cNvSpPr>
            <a:spLocks noGrp="1"/>
          </p:cNvSpPr>
          <p:nvPr>
            <p:ph type="body" sz="quarter" idx="22" hasCustomPrompt="1"/>
          </p:nvPr>
        </p:nvSpPr>
        <p:spPr>
          <a:xfrm>
            <a:off x="835533" y="5890401"/>
            <a:ext cx="10734674" cy="840252"/>
          </a:xfrm>
        </p:spPr>
        <p:txBody>
          <a:bodyPr/>
          <a:lstStyle>
            <a:lvl1pPr marL="0" indent="0">
              <a:buNone/>
              <a:defRPr sz="1600"/>
            </a:lvl1pPr>
          </a:lstStyle>
          <a:p>
            <a:pPr lvl="0"/>
            <a:r>
              <a:rPr lang="en-US" dirty="0" smtClean="0"/>
              <a:t>Summary</a:t>
            </a:r>
            <a:endParaRPr lang="en-US" dirty="0"/>
          </a:p>
        </p:txBody>
      </p:sp>
      <p:sp>
        <p:nvSpPr>
          <p:cNvPr id="4" name="Chart Placeholder 3"/>
          <p:cNvSpPr>
            <a:spLocks noGrp="1"/>
          </p:cNvSpPr>
          <p:nvPr>
            <p:ph type="chart" sz="quarter" idx="23"/>
          </p:nvPr>
        </p:nvSpPr>
        <p:spPr>
          <a:xfrm>
            <a:off x="2724785" y="2388173"/>
            <a:ext cx="4309999" cy="2933700"/>
          </a:xfrm>
        </p:spPr>
        <p:txBody>
          <a:bodyPr/>
          <a:lstStyle/>
          <a:p>
            <a:endParaRPr lang="en-US"/>
          </a:p>
        </p:txBody>
      </p:sp>
      <p:sp>
        <p:nvSpPr>
          <p:cNvPr id="26" name="Chart Placeholder 3"/>
          <p:cNvSpPr>
            <a:spLocks noGrp="1"/>
          </p:cNvSpPr>
          <p:nvPr>
            <p:ph type="chart" sz="quarter" idx="24"/>
          </p:nvPr>
        </p:nvSpPr>
        <p:spPr>
          <a:xfrm>
            <a:off x="7260208" y="2388173"/>
            <a:ext cx="4309999" cy="293370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25" hasCustomPrompt="1"/>
          </p:nvPr>
        </p:nvSpPr>
        <p:spPr>
          <a:xfrm>
            <a:off x="835533" y="2341649"/>
            <a:ext cx="1718563" cy="384255"/>
          </a:xfrm>
        </p:spPr>
        <p:txBody>
          <a:bodyPr>
            <a:noAutofit/>
          </a:bodyPr>
          <a:lstStyle>
            <a:lvl1pPr marL="0" indent="0" algn="ctr">
              <a:buNone/>
              <a:defRPr sz="2400" b="1"/>
            </a:lvl1pPr>
          </a:lstStyle>
          <a:p>
            <a:pPr lvl="0"/>
            <a:r>
              <a:rPr lang="en-US" dirty="0" smtClean="0"/>
              <a:t>12345</a:t>
            </a:r>
            <a:endParaRPr lang="en-US" dirty="0"/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26" hasCustomPrompt="1"/>
          </p:nvPr>
        </p:nvSpPr>
        <p:spPr>
          <a:xfrm>
            <a:off x="835533" y="3091842"/>
            <a:ext cx="1718563" cy="384255"/>
          </a:xfrm>
        </p:spPr>
        <p:txBody>
          <a:bodyPr>
            <a:noAutofit/>
          </a:bodyPr>
          <a:lstStyle>
            <a:lvl1pPr marL="0" indent="0" algn="ctr">
              <a:buNone/>
              <a:defRPr sz="2400" b="1"/>
            </a:lvl1pPr>
          </a:lstStyle>
          <a:p>
            <a:pPr lvl="0"/>
            <a:r>
              <a:rPr lang="en-US" dirty="0" smtClean="0"/>
              <a:t>12345</a:t>
            </a:r>
            <a:endParaRPr lang="en-US" dirty="0"/>
          </a:p>
        </p:txBody>
      </p:sp>
      <p:sp>
        <p:nvSpPr>
          <p:cNvPr id="27" name="Text Placeholder 4"/>
          <p:cNvSpPr>
            <a:spLocks noGrp="1"/>
          </p:cNvSpPr>
          <p:nvPr>
            <p:ph type="body" sz="quarter" idx="27" hasCustomPrompt="1"/>
          </p:nvPr>
        </p:nvSpPr>
        <p:spPr>
          <a:xfrm>
            <a:off x="835533" y="3853842"/>
            <a:ext cx="1718563" cy="384255"/>
          </a:xfrm>
        </p:spPr>
        <p:txBody>
          <a:bodyPr>
            <a:noAutofit/>
          </a:bodyPr>
          <a:lstStyle>
            <a:lvl1pPr marL="0" indent="0" algn="ctr">
              <a:buNone/>
              <a:defRPr sz="2400" b="1"/>
            </a:lvl1pPr>
          </a:lstStyle>
          <a:p>
            <a:pPr lvl="0"/>
            <a:r>
              <a:rPr lang="en-US" dirty="0" smtClean="0"/>
              <a:t>12345</a:t>
            </a:r>
            <a:endParaRPr lang="en-US" dirty="0"/>
          </a:p>
        </p:txBody>
      </p:sp>
      <p:sp>
        <p:nvSpPr>
          <p:cNvPr id="33" name="TextBox 32"/>
          <p:cNvSpPr txBox="1"/>
          <p:nvPr userDrawn="1"/>
        </p:nvSpPr>
        <p:spPr>
          <a:xfrm>
            <a:off x="1253897" y="5039663"/>
            <a:ext cx="80881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0" i="0" baseline="0" dirty="0" smtClean="0">
                <a:solidFill>
                  <a:schemeClr val="bg1">
                    <a:lumMod val="65000"/>
                  </a:schemeClr>
                </a:solidFill>
              </a:rPr>
              <a:t>Neutral</a:t>
            </a:r>
            <a:endParaRPr lang="en-US" sz="1600" b="0" i="0" baseline="0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34" name="Text Placeholder 4"/>
          <p:cNvSpPr>
            <a:spLocks noGrp="1"/>
          </p:cNvSpPr>
          <p:nvPr>
            <p:ph type="body" sz="quarter" idx="28" hasCustomPrompt="1"/>
          </p:nvPr>
        </p:nvSpPr>
        <p:spPr>
          <a:xfrm>
            <a:off x="835533" y="4688994"/>
            <a:ext cx="1718563" cy="384255"/>
          </a:xfrm>
        </p:spPr>
        <p:txBody>
          <a:bodyPr>
            <a:noAutofit/>
          </a:bodyPr>
          <a:lstStyle>
            <a:lvl1pPr marL="0" indent="0" algn="ctr">
              <a:buNone/>
              <a:defRPr sz="2400" b="1"/>
            </a:lvl1pPr>
          </a:lstStyle>
          <a:p>
            <a:pPr lvl="0"/>
            <a:r>
              <a:rPr lang="en-US" dirty="0" smtClean="0"/>
              <a:t>12345</a:t>
            </a:r>
            <a:endParaRPr lang="en-US" dirty="0"/>
          </a:p>
        </p:txBody>
      </p:sp>
      <p:sp>
        <p:nvSpPr>
          <p:cNvPr id="36" name="Rectangle 35"/>
          <p:cNvSpPr/>
          <p:nvPr userDrawn="1"/>
        </p:nvSpPr>
        <p:spPr>
          <a:xfrm>
            <a:off x="0" y="178825"/>
            <a:ext cx="12192000" cy="540503"/>
          </a:xfrm>
          <a:prstGeom prst="rect">
            <a:avLst/>
          </a:prstGeom>
          <a:solidFill>
            <a:srgbClr val="F7F7F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Title 1"/>
          <p:cNvSpPr>
            <a:spLocks noGrp="1"/>
          </p:cNvSpPr>
          <p:nvPr>
            <p:ph type="title" hasCustomPrompt="1"/>
          </p:nvPr>
        </p:nvSpPr>
        <p:spPr>
          <a:xfrm>
            <a:off x="8534400" y="150559"/>
            <a:ext cx="3049450" cy="548640"/>
          </a:xfrm>
          <a:solidFill>
            <a:srgbClr val="F7F7F7"/>
          </a:solidFill>
          <a:ln>
            <a:noFill/>
          </a:ln>
        </p:spPr>
        <p:txBody>
          <a:bodyPr>
            <a:normAutofit/>
          </a:bodyPr>
          <a:lstStyle>
            <a:lvl1pPr algn="r">
              <a:defRPr sz="1600" baseline="0"/>
            </a:lvl1pPr>
          </a:lstStyle>
          <a:p>
            <a:r>
              <a:rPr lang="en-US" dirty="0" smtClean="0"/>
              <a:t>REPORT FOR</a:t>
            </a:r>
            <a:endParaRPr lang="en-US" dirty="0"/>
          </a:p>
        </p:txBody>
      </p:sp>
      <p:sp>
        <p:nvSpPr>
          <p:cNvPr id="38" name="Picture Placeholder 21"/>
          <p:cNvSpPr>
            <a:spLocks noGrp="1"/>
          </p:cNvSpPr>
          <p:nvPr>
            <p:ph type="pic" sz="quarter" idx="12"/>
          </p:nvPr>
        </p:nvSpPr>
        <p:spPr>
          <a:xfrm>
            <a:off x="849313" y="228929"/>
            <a:ext cx="1814512" cy="441325"/>
          </a:xfr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928792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ntimen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Box 18"/>
          <p:cNvSpPr txBox="1"/>
          <p:nvPr userDrawn="1"/>
        </p:nvSpPr>
        <p:spPr>
          <a:xfrm>
            <a:off x="835534" y="5473249"/>
            <a:ext cx="105587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i="0" baseline="0" dirty="0" smtClean="0"/>
              <a:t>Mentions</a:t>
            </a:r>
            <a:endParaRPr lang="en-US" sz="1600" b="1" i="0" baseline="0" dirty="0"/>
          </a:p>
        </p:txBody>
      </p:sp>
      <p:sp>
        <p:nvSpPr>
          <p:cNvPr id="21" name="TextBox 20"/>
          <p:cNvSpPr txBox="1"/>
          <p:nvPr userDrawn="1"/>
        </p:nvSpPr>
        <p:spPr>
          <a:xfrm>
            <a:off x="8103016" y="2021964"/>
            <a:ext cx="84388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i="0" baseline="0" dirty="0" smtClean="0"/>
              <a:t>Sentiment</a:t>
            </a:r>
            <a:endParaRPr lang="en-US" sz="1200" b="1" i="0" baseline="0" dirty="0"/>
          </a:p>
        </p:txBody>
      </p:sp>
      <p:sp>
        <p:nvSpPr>
          <p:cNvPr id="30" name="TextBox 29"/>
          <p:cNvSpPr txBox="1"/>
          <p:nvPr userDrawn="1"/>
        </p:nvSpPr>
        <p:spPr>
          <a:xfrm>
            <a:off x="1359438" y="3106946"/>
            <a:ext cx="59772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0" i="0" baseline="0" dirty="0" smtClean="0">
                <a:solidFill>
                  <a:schemeClr val="bg1">
                    <a:lumMod val="65000"/>
                  </a:schemeClr>
                </a:solidFill>
              </a:rPr>
              <a:t>Total</a:t>
            </a:r>
            <a:endParaRPr lang="en-US" sz="1600" b="0" i="0" baseline="0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31" name="TextBox 30"/>
          <p:cNvSpPr txBox="1"/>
          <p:nvPr userDrawn="1"/>
        </p:nvSpPr>
        <p:spPr>
          <a:xfrm>
            <a:off x="3595859" y="3131525"/>
            <a:ext cx="83099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0" i="0" baseline="0" dirty="0" smtClean="0">
                <a:solidFill>
                  <a:schemeClr val="bg1">
                    <a:lumMod val="65000"/>
                  </a:schemeClr>
                </a:solidFill>
              </a:rPr>
              <a:t>Positive</a:t>
            </a:r>
            <a:endParaRPr lang="en-US" sz="1600" b="0" i="0" baseline="0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32" name="TextBox 31"/>
          <p:cNvSpPr txBox="1"/>
          <p:nvPr userDrawn="1"/>
        </p:nvSpPr>
        <p:spPr>
          <a:xfrm>
            <a:off x="1199523" y="4204511"/>
            <a:ext cx="91755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0" i="0" baseline="0" dirty="0" smtClean="0">
                <a:solidFill>
                  <a:schemeClr val="bg1">
                    <a:lumMod val="65000"/>
                  </a:schemeClr>
                </a:solidFill>
              </a:rPr>
              <a:t>Negative</a:t>
            </a:r>
            <a:endParaRPr lang="en-US" sz="1600" b="0" i="0" baseline="0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18" name="Text Placeholder 3"/>
          <p:cNvSpPr>
            <a:spLocks noGrp="1"/>
          </p:cNvSpPr>
          <p:nvPr>
            <p:ph type="body" sz="quarter" idx="20" hasCustomPrompt="1"/>
          </p:nvPr>
        </p:nvSpPr>
        <p:spPr>
          <a:xfrm>
            <a:off x="863780" y="958790"/>
            <a:ext cx="10706428" cy="262234"/>
          </a:xfrm>
        </p:spPr>
        <p:txBody>
          <a:bodyPr>
            <a:noAutofit/>
          </a:bodyPr>
          <a:lstStyle>
            <a:lvl1pPr marL="0" indent="0">
              <a:buNone/>
              <a:defRPr sz="1800" b="1"/>
            </a:lvl1pPr>
          </a:lstStyle>
          <a:p>
            <a:pPr lvl="0"/>
            <a:r>
              <a:rPr lang="en-US" dirty="0" smtClean="0"/>
              <a:t>HEADING</a:t>
            </a:r>
            <a:endParaRPr lang="en-US" dirty="0"/>
          </a:p>
        </p:txBody>
      </p:sp>
      <p:sp>
        <p:nvSpPr>
          <p:cNvPr id="23" name="Text Placeholder 4"/>
          <p:cNvSpPr>
            <a:spLocks noGrp="1"/>
          </p:cNvSpPr>
          <p:nvPr>
            <p:ph type="body" sz="quarter" idx="21" hasCustomPrompt="1"/>
          </p:nvPr>
        </p:nvSpPr>
        <p:spPr>
          <a:xfrm>
            <a:off x="835533" y="1411192"/>
            <a:ext cx="10734675" cy="521562"/>
          </a:xfrm>
        </p:spPr>
        <p:txBody>
          <a:bodyPr/>
          <a:lstStyle>
            <a:lvl1pPr marL="0" indent="0">
              <a:buNone/>
              <a:defRPr sz="1600"/>
            </a:lvl1pPr>
          </a:lstStyle>
          <a:p>
            <a:pPr lvl="0"/>
            <a:r>
              <a:rPr lang="en-US" dirty="0" smtClean="0"/>
              <a:t>Summary</a:t>
            </a:r>
            <a:endParaRPr lang="en-US" dirty="0"/>
          </a:p>
        </p:txBody>
      </p:sp>
      <p:sp>
        <p:nvSpPr>
          <p:cNvPr id="24" name="Text Placeholder 4"/>
          <p:cNvSpPr>
            <a:spLocks noGrp="1"/>
          </p:cNvSpPr>
          <p:nvPr>
            <p:ph type="body" sz="quarter" idx="22" hasCustomPrompt="1"/>
          </p:nvPr>
        </p:nvSpPr>
        <p:spPr>
          <a:xfrm>
            <a:off x="835533" y="5890401"/>
            <a:ext cx="10734674" cy="840252"/>
          </a:xfrm>
        </p:spPr>
        <p:txBody>
          <a:bodyPr/>
          <a:lstStyle>
            <a:lvl1pPr marL="0" indent="0">
              <a:buNone/>
              <a:defRPr sz="1600"/>
            </a:lvl1pPr>
          </a:lstStyle>
          <a:p>
            <a:pPr lvl="0"/>
            <a:r>
              <a:rPr lang="en-US" dirty="0" smtClean="0"/>
              <a:t>Summary</a:t>
            </a:r>
            <a:endParaRPr lang="en-US" dirty="0"/>
          </a:p>
        </p:txBody>
      </p:sp>
      <p:sp>
        <p:nvSpPr>
          <p:cNvPr id="26" name="Chart Placeholder 3"/>
          <p:cNvSpPr>
            <a:spLocks noGrp="1"/>
          </p:cNvSpPr>
          <p:nvPr>
            <p:ph type="chart" sz="quarter" idx="24"/>
          </p:nvPr>
        </p:nvSpPr>
        <p:spPr>
          <a:xfrm>
            <a:off x="5314422" y="2388173"/>
            <a:ext cx="6255785" cy="293370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25" hasCustomPrompt="1"/>
          </p:nvPr>
        </p:nvSpPr>
        <p:spPr>
          <a:xfrm>
            <a:off x="835533" y="2783651"/>
            <a:ext cx="1718563" cy="384255"/>
          </a:xfrm>
        </p:spPr>
        <p:txBody>
          <a:bodyPr>
            <a:noAutofit/>
          </a:bodyPr>
          <a:lstStyle>
            <a:lvl1pPr marL="0" indent="0" algn="ctr">
              <a:buNone/>
              <a:defRPr sz="2400" b="1"/>
            </a:lvl1pPr>
          </a:lstStyle>
          <a:p>
            <a:pPr lvl="0"/>
            <a:r>
              <a:rPr lang="en-US" dirty="0" smtClean="0"/>
              <a:t>12345</a:t>
            </a:r>
            <a:endParaRPr lang="en-US" dirty="0"/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26" hasCustomPrompt="1"/>
          </p:nvPr>
        </p:nvSpPr>
        <p:spPr>
          <a:xfrm>
            <a:off x="3188588" y="2783651"/>
            <a:ext cx="1718563" cy="384255"/>
          </a:xfrm>
        </p:spPr>
        <p:txBody>
          <a:bodyPr>
            <a:noAutofit/>
          </a:bodyPr>
          <a:lstStyle>
            <a:lvl1pPr marL="0" indent="0" algn="ctr">
              <a:buNone/>
              <a:defRPr sz="2400" b="1"/>
            </a:lvl1pPr>
          </a:lstStyle>
          <a:p>
            <a:pPr lvl="0"/>
            <a:r>
              <a:rPr lang="en-US" dirty="0" smtClean="0"/>
              <a:t>12345</a:t>
            </a:r>
            <a:endParaRPr lang="en-US" dirty="0"/>
          </a:p>
        </p:txBody>
      </p:sp>
      <p:sp>
        <p:nvSpPr>
          <p:cNvPr id="27" name="Text Placeholder 4"/>
          <p:cNvSpPr>
            <a:spLocks noGrp="1"/>
          </p:cNvSpPr>
          <p:nvPr>
            <p:ph type="body" sz="quarter" idx="27" hasCustomPrompt="1"/>
          </p:nvPr>
        </p:nvSpPr>
        <p:spPr>
          <a:xfrm>
            <a:off x="835533" y="3853842"/>
            <a:ext cx="1718563" cy="384255"/>
          </a:xfrm>
        </p:spPr>
        <p:txBody>
          <a:bodyPr>
            <a:noAutofit/>
          </a:bodyPr>
          <a:lstStyle>
            <a:lvl1pPr marL="0" indent="0" algn="ctr">
              <a:buNone/>
              <a:defRPr sz="2400" b="1"/>
            </a:lvl1pPr>
          </a:lstStyle>
          <a:p>
            <a:pPr lvl="0"/>
            <a:r>
              <a:rPr lang="en-US" dirty="0" smtClean="0"/>
              <a:t>12345</a:t>
            </a:r>
            <a:endParaRPr lang="en-US" dirty="0"/>
          </a:p>
        </p:txBody>
      </p:sp>
      <p:sp>
        <p:nvSpPr>
          <p:cNvPr id="33" name="TextBox 32"/>
          <p:cNvSpPr txBox="1"/>
          <p:nvPr userDrawn="1"/>
        </p:nvSpPr>
        <p:spPr>
          <a:xfrm>
            <a:off x="3606952" y="4204511"/>
            <a:ext cx="80881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0" i="0" baseline="0" dirty="0" smtClean="0">
                <a:solidFill>
                  <a:schemeClr val="bg1">
                    <a:lumMod val="65000"/>
                  </a:schemeClr>
                </a:solidFill>
              </a:rPr>
              <a:t>Neutral</a:t>
            </a:r>
            <a:endParaRPr lang="en-US" sz="1600" b="0" i="0" baseline="0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34" name="Text Placeholder 4"/>
          <p:cNvSpPr>
            <a:spLocks noGrp="1"/>
          </p:cNvSpPr>
          <p:nvPr>
            <p:ph type="body" sz="quarter" idx="28" hasCustomPrompt="1"/>
          </p:nvPr>
        </p:nvSpPr>
        <p:spPr>
          <a:xfrm>
            <a:off x="3188588" y="3853842"/>
            <a:ext cx="1718563" cy="384255"/>
          </a:xfrm>
        </p:spPr>
        <p:txBody>
          <a:bodyPr>
            <a:noAutofit/>
          </a:bodyPr>
          <a:lstStyle>
            <a:lvl1pPr marL="0" indent="0" algn="ctr">
              <a:buNone/>
              <a:defRPr sz="2400" b="1"/>
            </a:lvl1pPr>
          </a:lstStyle>
          <a:p>
            <a:pPr lvl="0"/>
            <a:r>
              <a:rPr lang="en-US" dirty="0" smtClean="0"/>
              <a:t>12345</a:t>
            </a:r>
            <a:endParaRPr lang="en-US" dirty="0"/>
          </a:p>
        </p:txBody>
      </p:sp>
      <p:sp>
        <p:nvSpPr>
          <p:cNvPr id="36" name="Rectangle 35"/>
          <p:cNvSpPr/>
          <p:nvPr userDrawn="1"/>
        </p:nvSpPr>
        <p:spPr>
          <a:xfrm>
            <a:off x="0" y="178825"/>
            <a:ext cx="12192000" cy="540503"/>
          </a:xfrm>
          <a:prstGeom prst="rect">
            <a:avLst/>
          </a:prstGeom>
          <a:solidFill>
            <a:srgbClr val="F7F7F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Title 1"/>
          <p:cNvSpPr>
            <a:spLocks noGrp="1"/>
          </p:cNvSpPr>
          <p:nvPr>
            <p:ph type="title" hasCustomPrompt="1"/>
          </p:nvPr>
        </p:nvSpPr>
        <p:spPr>
          <a:xfrm>
            <a:off x="8534400" y="150559"/>
            <a:ext cx="3049450" cy="548640"/>
          </a:xfrm>
          <a:solidFill>
            <a:srgbClr val="F7F7F7"/>
          </a:solidFill>
          <a:ln>
            <a:noFill/>
          </a:ln>
        </p:spPr>
        <p:txBody>
          <a:bodyPr>
            <a:normAutofit/>
          </a:bodyPr>
          <a:lstStyle>
            <a:lvl1pPr algn="r">
              <a:defRPr sz="1600" baseline="0"/>
            </a:lvl1pPr>
          </a:lstStyle>
          <a:p>
            <a:r>
              <a:rPr lang="en-US" dirty="0" smtClean="0"/>
              <a:t>REPORT FOR</a:t>
            </a:r>
            <a:endParaRPr lang="en-US" dirty="0"/>
          </a:p>
        </p:txBody>
      </p:sp>
      <p:sp>
        <p:nvSpPr>
          <p:cNvPr id="38" name="Picture Placeholder 21"/>
          <p:cNvSpPr>
            <a:spLocks noGrp="1"/>
          </p:cNvSpPr>
          <p:nvPr>
            <p:ph type="pic" sz="quarter" idx="12"/>
          </p:nvPr>
        </p:nvSpPr>
        <p:spPr>
          <a:xfrm>
            <a:off x="849313" y="228929"/>
            <a:ext cx="1814512" cy="441325"/>
          </a:xfr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440728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de Char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3"/>
          <p:cNvSpPr>
            <a:spLocks noGrp="1"/>
          </p:cNvSpPr>
          <p:nvPr>
            <p:ph type="body" sz="quarter" idx="20" hasCustomPrompt="1"/>
          </p:nvPr>
        </p:nvSpPr>
        <p:spPr>
          <a:xfrm>
            <a:off x="863780" y="958790"/>
            <a:ext cx="10706428" cy="262234"/>
          </a:xfrm>
        </p:spPr>
        <p:txBody>
          <a:bodyPr>
            <a:noAutofit/>
          </a:bodyPr>
          <a:lstStyle>
            <a:lvl1pPr marL="0" indent="0">
              <a:buNone/>
              <a:defRPr sz="1800" b="1"/>
            </a:lvl1pPr>
          </a:lstStyle>
          <a:p>
            <a:pPr lvl="0"/>
            <a:r>
              <a:rPr lang="en-US" dirty="0" smtClean="0"/>
              <a:t>HEADING</a:t>
            </a:r>
            <a:endParaRPr lang="en-US" dirty="0"/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21" hasCustomPrompt="1"/>
          </p:nvPr>
        </p:nvSpPr>
        <p:spPr>
          <a:xfrm>
            <a:off x="863781" y="2105305"/>
            <a:ext cx="4244668" cy="4251951"/>
          </a:xfrm>
        </p:spPr>
        <p:txBody>
          <a:bodyPr/>
          <a:lstStyle>
            <a:lvl1pPr marL="0" indent="0">
              <a:buNone/>
              <a:defRPr sz="1600"/>
            </a:lvl1pPr>
          </a:lstStyle>
          <a:p>
            <a:pPr lvl="0"/>
            <a:r>
              <a:rPr lang="en-US" dirty="0" smtClean="0"/>
              <a:t>Summary</a:t>
            </a:r>
            <a:endParaRPr lang="en-US" dirty="0"/>
          </a:p>
        </p:txBody>
      </p:sp>
      <p:sp>
        <p:nvSpPr>
          <p:cNvPr id="11" name="Rectangle 10"/>
          <p:cNvSpPr/>
          <p:nvPr userDrawn="1"/>
        </p:nvSpPr>
        <p:spPr>
          <a:xfrm>
            <a:off x="0" y="178825"/>
            <a:ext cx="12192000" cy="540503"/>
          </a:xfrm>
          <a:prstGeom prst="rect">
            <a:avLst/>
          </a:prstGeom>
          <a:solidFill>
            <a:srgbClr val="F7F7F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itle 1"/>
          <p:cNvSpPr>
            <a:spLocks noGrp="1"/>
          </p:cNvSpPr>
          <p:nvPr>
            <p:ph type="title" hasCustomPrompt="1"/>
          </p:nvPr>
        </p:nvSpPr>
        <p:spPr>
          <a:xfrm>
            <a:off x="8534400" y="150559"/>
            <a:ext cx="3049450" cy="548640"/>
          </a:xfrm>
          <a:solidFill>
            <a:srgbClr val="F7F7F7"/>
          </a:solidFill>
          <a:ln>
            <a:noFill/>
          </a:ln>
        </p:spPr>
        <p:txBody>
          <a:bodyPr>
            <a:normAutofit/>
          </a:bodyPr>
          <a:lstStyle>
            <a:lvl1pPr algn="r">
              <a:defRPr sz="1600" baseline="0"/>
            </a:lvl1pPr>
          </a:lstStyle>
          <a:p>
            <a:r>
              <a:rPr lang="en-US" dirty="0" smtClean="0"/>
              <a:t>REPORT FOR</a:t>
            </a:r>
            <a:endParaRPr lang="en-US" dirty="0"/>
          </a:p>
        </p:txBody>
      </p:sp>
      <p:sp>
        <p:nvSpPr>
          <p:cNvPr id="18" name="Picture Placeholder 21"/>
          <p:cNvSpPr>
            <a:spLocks noGrp="1"/>
          </p:cNvSpPr>
          <p:nvPr>
            <p:ph type="pic" sz="quarter" idx="12"/>
          </p:nvPr>
        </p:nvSpPr>
        <p:spPr>
          <a:xfrm>
            <a:off x="849313" y="228929"/>
            <a:ext cx="1814512" cy="4413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19" name="Chart Placeholder 3"/>
          <p:cNvSpPr>
            <a:spLocks noGrp="1"/>
          </p:cNvSpPr>
          <p:nvPr>
            <p:ph type="chart" sz="quarter" idx="23"/>
          </p:nvPr>
        </p:nvSpPr>
        <p:spPr>
          <a:xfrm>
            <a:off x="5375783" y="1570210"/>
            <a:ext cx="6194425" cy="4799013"/>
          </a:xfrm>
        </p:spPr>
        <p:txBody>
          <a:bodyPr/>
          <a:lstStyle/>
          <a:p>
            <a:endParaRPr lang="en-US"/>
          </a:p>
        </p:txBody>
      </p:sp>
      <p:sp>
        <p:nvSpPr>
          <p:cNvPr id="12" name="TextBox 11"/>
          <p:cNvSpPr txBox="1"/>
          <p:nvPr userDrawn="1"/>
        </p:nvSpPr>
        <p:spPr>
          <a:xfrm>
            <a:off x="849313" y="1603609"/>
            <a:ext cx="4259136" cy="2861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 smtClean="0"/>
              <a:t>Summary</a:t>
            </a:r>
            <a:endParaRPr lang="en-US" sz="1200" b="1" dirty="0"/>
          </a:p>
        </p:txBody>
      </p:sp>
    </p:spTree>
    <p:extLst>
      <p:ext uri="{BB962C8B-B14F-4D97-AF65-F5344CB8AC3E}">
        <p14:creationId xmlns:p14="http://schemas.microsoft.com/office/powerpoint/2010/main" val="62321180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de Pictur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 userDrawn="1"/>
        </p:nvSpPr>
        <p:spPr>
          <a:xfrm>
            <a:off x="0" y="178825"/>
            <a:ext cx="12192000" cy="540503"/>
          </a:xfrm>
          <a:prstGeom prst="rect">
            <a:avLst/>
          </a:prstGeom>
          <a:solidFill>
            <a:srgbClr val="F7F7F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>
          <a:xfrm>
            <a:off x="8534400" y="150559"/>
            <a:ext cx="3049450" cy="548640"/>
          </a:xfrm>
          <a:solidFill>
            <a:srgbClr val="F7F7F7"/>
          </a:solidFill>
          <a:ln>
            <a:noFill/>
          </a:ln>
        </p:spPr>
        <p:txBody>
          <a:bodyPr>
            <a:normAutofit/>
          </a:bodyPr>
          <a:lstStyle>
            <a:lvl1pPr algn="r">
              <a:defRPr sz="1600" baseline="0"/>
            </a:lvl1pPr>
          </a:lstStyle>
          <a:p>
            <a:r>
              <a:rPr lang="en-US" dirty="0" smtClean="0"/>
              <a:t>REPORT FOR</a:t>
            </a:r>
            <a:endParaRPr lang="en-US" dirty="0"/>
          </a:p>
        </p:txBody>
      </p:sp>
      <p:sp>
        <p:nvSpPr>
          <p:cNvPr id="10" name="Picture Placeholder 21"/>
          <p:cNvSpPr>
            <a:spLocks noGrp="1"/>
          </p:cNvSpPr>
          <p:nvPr>
            <p:ph type="pic" sz="quarter" idx="12"/>
          </p:nvPr>
        </p:nvSpPr>
        <p:spPr>
          <a:xfrm>
            <a:off x="849313" y="228929"/>
            <a:ext cx="1814512" cy="4413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11" name="Text Placeholder 3"/>
          <p:cNvSpPr>
            <a:spLocks noGrp="1"/>
          </p:cNvSpPr>
          <p:nvPr>
            <p:ph type="body" sz="quarter" idx="20" hasCustomPrompt="1"/>
          </p:nvPr>
        </p:nvSpPr>
        <p:spPr>
          <a:xfrm>
            <a:off x="863780" y="958790"/>
            <a:ext cx="10706428" cy="262234"/>
          </a:xfrm>
        </p:spPr>
        <p:txBody>
          <a:bodyPr>
            <a:noAutofit/>
          </a:bodyPr>
          <a:lstStyle>
            <a:lvl1pPr marL="0" indent="0">
              <a:buNone/>
              <a:defRPr sz="1800" b="1"/>
            </a:lvl1pPr>
          </a:lstStyle>
          <a:p>
            <a:pPr lvl="0"/>
            <a:r>
              <a:rPr lang="en-US" dirty="0" smtClean="0"/>
              <a:t>HEADING</a:t>
            </a:r>
            <a:endParaRPr lang="en-US" dirty="0"/>
          </a:p>
        </p:txBody>
      </p:sp>
      <p:sp>
        <p:nvSpPr>
          <p:cNvPr id="17" name="Text Placeholder 4"/>
          <p:cNvSpPr>
            <a:spLocks noGrp="1"/>
          </p:cNvSpPr>
          <p:nvPr>
            <p:ph type="body" sz="quarter" idx="21" hasCustomPrompt="1"/>
          </p:nvPr>
        </p:nvSpPr>
        <p:spPr>
          <a:xfrm>
            <a:off x="863781" y="2105305"/>
            <a:ext cx="4244668" cy="4251951"/>
          </a:xfrm>
        </p:spPr>
        <p:txBody>
          <a:bodyPr/>
          <a:lstStyle>
            <a:lvl1pPr marL="0" indent="0">
              <a:buNone/>
              <a:defRPr sz="1600"/>
            </a:lvl1pPr>
          </a:lstStyle>
          <a:p>
            <a:pPr lvl="0"/>
            <a:r>
              <a:rPr lang="en-US" dirty="0" smtClean="0"/>
              <a:t>Summary</a:t>
            </a:r>
            <a:endParaRPr lang="en-US" dirty="0"/>
          </a:p>
        </p:txBody>
      </p:sp>
      <p:sp>
        <p:nvSpPr>
          <p:cNvPr id="19" name="Picture Placeholder 13"/>
          <p:cNvSpPr>
            <a:spLocks noGrp="1"/>
          </p:cNvSpPr>
          <p:nvPr>
            <p:ph type="pic" sz="quarter" idx="11"/>
          </p:nvPr>
        </p:nvSpPr>
        <p:spPr>
          <a:xfrm>
            <a:off x="5384801" y="1582177"/>
            <a:ext cx="6185408" cy="4775080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2" name="TextBox 1"/>
          <p:cNvSpPr txBox="1"/>
          <p:nvPr userDrawn="1"/>
        </p:nvSpPr>
        <p:spPr>
          <a:xfrm>
            <a:off x="849313" y="1603609"/>
            <a:ext cx="4259136" cy="2861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 smtClean="0"/>
              <a:t>Summary</a:t>
            </a:r>
            <a:endParaRPr lang="en-US" sz="1200" b="1" dirty="0"/>
          </a:p>
        </p:txBody>
      </p:sp>
    </p:spTree>
    <p:extLst>
      <p:ext uri="{BB962C8B-B14F-4D97-AF65-F5344CB8AC3E}">
        <p14:creationId xmlns:p14="http://schemas.microsoft.com/office/powerpoint/2010/main" val="269591053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entions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/>
          <p:cNvSpPr/>
          <p:nvPr userDrawn="1"/>
        </p:nvSpPr>
        <p:spPr>
          <a:xfrm>
            <a:off x="0" y="178825"/>
            <a:ext cx="12192000" cy="540503"/>
          </a:xfrm>
          <a:prstGeom prst="rect">
            <a:avLst/>
          </a:prstGeom>
          <a:solidFill>
            <a:srgbClr val="F7F7F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itle 1"/>
          <p:cNvSpPr>
            <a:spLocks noGrp="1"/>
          </p:cNvSpPr>
          <p:nvPr>
            <p:ph type="title" hasCustomPrompt="1"/>
          </p:nvPr>
        </p:nvSpPr>
        <p:spPr>
          <a:xfrm>
            <a:off x="8534400" y="150559"/>
            <a:ext cx="3049450" cy="548640"/>
          </a:xfrm>
          <a:solidFill>
            <a:srgbClr val="F7F7F7"/>
          </a:solidFill>
          <a:ln>
            <a:noFill/>
          </a:ln>
        </p:spPr>
        <p:txBody>
          <a:bodyPr>
            <a:normAutofit/>
          </a:bodyPr>
          <a:lstStyle>
            <a:lvl1pPr algn="r">
              <a:defRPr sz="1600" baseline="0"/>
            </a:lvl1pPr>
          </a:lstStyle>
          <a:p>
            <a:r>
              <a:rPr lang="en-US" dirty="0" smtClean="0"/>
              <a:t>REPORT FOR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quarter" idx="20" hasCustomPrompt="1"/>
          </p:nvPr>
        </p:nvSpPr>
        <p:spPr>
          <a:xfrm>
            <a:off x="911001" y="958790"/>
            <a:ext cx="10706428" cy="262234"/>
          </a:xfrm>
        </p:spPr>
        <p:txBody>
          <a:bodyPr>
            <a:noAutofit/>
          </a:bodyPr>
          <a:lstStyle>
            <a:lvl1pPr marL="0" indent="0">
              <a:buNone/>
              <a:defRPr sz="1800" b="1"/>
            </a:lvl1pPr>
          </a:lstStyle>
          <a:p>
            <a:pPr lvl="0"/>
            <a:r>
              <a:rPr lang="en-US" dirty="0" smtClean="0"/>
              <a:t>HEADING</a:t>
            </a:r>
            <a:endParaRPr lang="en-US" dirty="0"/>
          </a:p>
        </p:txBody>
      </p:sp>
      <p:sp>
        <p:nvSpPr>
          <p:cNvPr id="32" name="Title 1"/>
          <p:cNvSpPr>
            <a:spLocks noGrp="1"/>
          </p:cNvSpPr>
          <p:nvPr>
            <p:ph type="body" sz="quarter" idx="21" hasCustomPrompt="1"/>
          </p:nvPr>
        </p:nvSpPr>
        <p:spPr>
          <a:xfrm>
            <a:off x="911001" y="1502954"/>
            <a:ext cx="10706428" cy="262234"/>
          </a:xfrm>
        </p:spPr>
        <p:txBody>
          <a:bodyPr>
            <a:noAutofit/>
          </a:bodyPr>
          <a:lstStyle>
            <a:lvl1pPr marL="0" indent="0">
              <a:buNone/>
              <a:defRPr sz="1600" b="1"/>
            </a:lvl1pPr>
          </a:lstStyle>
          <a:p>
            <a:pPr lvl="0"/>
            <a:r>
              <a:rPr lang="en-US" dirty="0" smtClean="0"/>
              <a:t>Title</a:t>
            </a:r>
            <a:endParaRPr lang="en-US" dirty="0"/>
          </a:p>
        </p:txBody>
      </p:sp>
      <p:sp>
        <p:nvSpPr>
          <p:cNvPr id="33" name="Summary 1"/>
          <p:cNvSpPr>
            <a:spLocks noGrp="1"/>
          </p:cNvSpPr>
          <p:nvPr>
            <p:ph type="body" sz="quarter" idx="22" hasCustomPrompt="1"/>
          </p:nvPr>
        </p:nvSpPr>
        <p:spPr>
          <a:xfrm>
            <a:off x="911001" y="1886681"/>
            <a:ext cx="10705558" cy="590008"/>
          </a:xfrm>
        </p:spPr>
        <p:txBody>
          <a:bodyPr/>
          <a:lstStyle>
            <a:lvl1pPr marL="0" indent="0">
              <a:buNone/>
              <a:defRPr sz="1600"/>
            </a:lvl1pPr>
          </a:lstStyle>
          <a:p>
            <a:pPr lvl="0"/>
            <a:r>
              <a:rPr lang="en-US" dirty="0" smtClean="0"/>
              <a:t>Summary</a:t>
            </a:r>
            <a:endParaRPr lang="en-US" dirty="0"/>
          </a:p>
        </p:txBody>
      </p:sp>
      <p:sp>
        <p:nvSpPr>
          <p:cNvPr id="34" name="Meta 1"/>
          <p:cNvSpPr>
            <a:spLocks noGrp="1"/>
          </p:cNvSpPr>
          <p:nvPr>
            <p:ph type="body" sz="quarter" idx="23" hasCustomPrompt="1"/>
          </p:nvPr>
        </p:nvSpPr>
        <p:spPr>
          <a:xfrm>
            <a:off x="911001" y="2611109"/>
            <a:ext cx="7656108" cy="339485"/>
          </a:xfrm>
        </p:spPr>
        <p:txBody>
          <a:bodyPr/>
          <a:lstStyle>
            <a:lvl1pPr marL="0" indent="0">
              <a:buNone/>
              <a:defRPr sz="1600"/>
            </a:lvl1pPr>
          </a:lstStyle>
          <a:p>
            <a:pPr lvl="0"/>
            <a:r>
              <a:rPr lang="en-US" dirty="0" smtClean="0"/>
              <a:t>Mention Details</a:t>
            </a:r>
            <a:endParaRPr lang="en-US" dirty="0"/>
          </a:p>
        </p:txBody>
      </p:sp>
      <p:sp>
        <p:nvSpPr>
          <p:cNvPr id="35" name="Link 1"/>
          <p:cNvSpPr>
            <a:spLocks noGrp="1"/>
          </p:cNvSpPr>
          <p:nvPr>
            <p:ph type="body" sz="quarter" idx="24" hasCustomPrompt="1"/>
          </p:nvPr>
        </p:nvSpPr>
        <p:spPr>
          <a:xfrm>
            <a:off x="8718115" y="2611109"/>
            <a:ext cx="2851223" cy="339485"/>
          </a:xfrm>
        </p:spPr>
        <p:txBody>
          <a:bodyPr/>
          <a:lstStyle>
            <a:lvl1pPr marL="0" indent="0" algn="r">
              <a:buNone/>
              <a:defRPr sz="1600"/>
            </a:lvl1pPr>
          </a:lstStyle>
          <a:p>
            <a:pPr lvl="0"/>
            <a:r>
              <a:rPr lang="en-US" dirty="0" smtClean="0"/>
              <a:t>Link Details</a:t>
            </a:r>
            <a:endParaRPr lang="en-US" dirty="0"/>
          </a:p>
        </p:txBody>
      </p:sp>
      <p:sp>
        <p:nvSpPr>
          <p:cNvPr id="44" name="Title 2"/>
          <p:cNvSpPr>
            <a:spLocks noGrp="1"/>
          </p:cNvSpPr>
          <p:nvPr>
            <p:ph type="body" sz="quarter" idx="25" hasCustomPrompt="1"/>
          </p:nvPr>
        </p:nvSpPr>
        <p:spPr>
          <a:xfrm>
            <a:off x="911001" y="3270794"/>
            <a:ext cx="10706428" cy="262234"/>
          </a:xfrm>
        </p:spPr>
        <p:txBody>
          <a:bodyPr>
            <a:noAutofit/>
          </a:bodyPr>
          <a:lstStyle>
            <a:lvl1pPr marL="0" indent="0">
              <a:buNone/>
              <a:defRPr sz="1600" b="1"/>
            </a:lvl1pPr>
          </a:lstStyle>
          <a:p>
            <a:pPr lvl="0"/>
            <a:r>
              <a:rPr lang="en-US" dirty="0" smtClean="0"/>
              <a:t>Title</a:t>
            </a:r>
            <a:endParaRPr lang="en-US" dirty="0"/>
          </a:p>
        </p:txBody>
      </p:sp>
      <p:sp>
        <p:nvSpPr>
          <p:cNvPr id="45" name="Summary 2"/>
          <p:cNvSpPr>
            <a:spLocks noGrp="1"/>
          </p:cNvSpPr>
          <p:nvPr>
            <p:ph type="body" sz="quarter" idx="26" hasCustomPrompt="1"/>
          </p:nvPr>
        </p:nvSpPr>
        <p:spPr>
          <a:xfrm>
            <a:off x="911001" y="3654521"/>
            <a:ext cx="10705558" cy="590008"/>
          </a:xfrm>
        </p:spPr>
        <p:txBody>
          <a:bodyPr/>
          <a:lstStyle>
            <a:lvl1pPr marL="0" indent="0">
              <a:buNone/>
              <a:defRPr sz="1600"/>
            </a:lvl1pPr>
          </a:lstStyle>
          <a:p>
            <a:pPr lvl="0"/>
            <a:r>
              <a:rPr lang="en-US" dirty="0" smtClean="0"/>
              <a:t>Summary</a:t>
            </a:r>
            <a:endParaRPr lang="en-US" dirty="0"/>
          </a:p>
        </p:txBody>
      </p:sp>
      <p:sp>
        <p:nvSpPr>
          <p:cNvPr id="46" name="Meta 2"/>
          <p:cNvSpPr>
            <a:spLocks noGrp="1"/>
          </p:cNvSpPr>
          <p:nvPr>
            <p:ph type="body" sz="quarter" idx="27" hasCustomPrompt="1"/>
          </p:nvPr>
        </p:nvSpPr>
        <p:spPr>
          <a:xfrm>
            <a:off x="911001" y="4378949"/>
            <a:ext cx="7656108" cy="339485"/>
          </a:xfrm>
        </p:spPr>
        <p:txBody>
          <a:bodyPr/>
          <a:lstStyle>
            <a:lvl1pPr marL="0" indent="0">
              <a:buNone/>
              <a:defRPr sz="1600"/>
            </a:lvl1pPr>
          </a:lstStyle>
          <a:p>
            <a:pPr lvl="0"/>
            <a:r>
              <a:rPr lang="en-US" dirty="0" smtClean="0"/>
              <a:t>Mention Details</a:t>
            </a:r>
            <a:endParaRPr lang="en-US" dirty="0"/>
          </a:p>
        </p:txBody>
      </p:sp>
      <p:sp>
        <p:nvSpPr>
          <p:cNvPr id="47" name="Link 2"/>
          <p:cNvSpPr>
            <a:spLocks noGrp="1"/>
          </p:cNvSpPr>
          <p:nvPr>
            <p:ph type="body" sz="quarter" idx="28" hasCustomPrompt="1"/>
          </p:nvPr>
        </p:nvSpPr>
        <p:spPr>
          <a:xfrm>
            <a:off x="8689136" y="4378949"/>
            <a:ext cx="2851223" cy="339485"/>
          </a:xfrm>
        </p:spPr>
        <p:txBody>
          <a:bodyPr/>
          <a:lstStyle>
            <a:lvl1pPr marL="0" indent="0" algn="r">
              <a:buNone/>
              <a:defRPr sz="1600"/>
            </a:lvl1pPr>
          </a:lstStyle>
          <a:p>
            <a:pPr lvl="0"/>
            <a:r>
              <a:rPr lang="en-US" dirty="0" smtClean="0"/>
              <a:t>Link Details</a:t>
            </a:r>
            <a:endParaRPr lang="en-US" dirty="0"/>
          </a:p>
        </p:txBody>
      </p:sp>
      <p:sp>
        <p:nvSpPr>
          <p:cNvPr id="56" name="Title 3"/>
          <p:cNvSpPr>
            <a:spLocks noGrp="1"/>
          </p:cNvSpPr>
          <p:nvPr>
            <p:ph type="body" sz="quarter" idx="29" hasCustomPrompt="1"/>
          </p:nvPr>
        </p:nvSpPr>
        <p:spPr>
          <a:xfrm>
            <a:off x="911001" y="4976339"/>
            <a:ext cx="10706428" cy="262234"/>
          </a:xfrm>
        </p:spPr>
        <p:txBody>
          <a:bodyPr>
            <a:noAutofit/>
          </a:bodyPr>
          <a:lstStyle>
            <a:lvl1pPr marL="0" indent="0">
              <a:buNone/>
              <a:defRPr sz="1600" b="1"/>
            </a:lvl1pPr>
          </a:lstStyle>
          <a:p>
            <a:pPr lvl="0"/>
            <a:r>
              <a:rPr lang="en-US" dirty="0" smtClean="0"/>
              <a:t>Title</a:t>
            </a:r>
            <a:endParaRPr lang="en-US" dirty="0"/>
          </a:p>
        </p:txBody>
      </p:sp>
      <p:sp>
        <p:nvSpPr>
          <p:cNvPr id="57" name="Summary 3"/>
          <p:cNvSpPr>
            <a:spLocks noGrp="1"/>
          </p:cNvSpPr>
          <p:nvPr>
            <p:ph type="body" sz="quarter" idx="30" hasCustomPrompt="1"/>
          </p:nvPr>
        </p:nvSpPr>
        <p:spPr>
          <a:xfrm>
            <a:off x="911001" y="5360066"/>
            <a:ext cx="10705558" cy="590008"/>
          </a:xfrm>
        </p:spPr>
        <p:txBody>
          <a:bodyPr/>
          <a:lstStyle>
            <a:lvl1pPr marL="0" indent="0">
              <a:buNone/>
              <a:defRPr sz="1600"/>
            </a:lvl1pPr>
          </a:lstStyle>
          <a:p>
            <a:pPr lvl="0"/>
            <a:r>
              <a:rPr lang="en-US" dirty="0" smtClean="0"/>
              <a:t>Summary</a:t>
            </a:r>
            <a:endParaRPr lang="en-US" dirty="0"/>
          </a:p>
        </p:txBody>
      </p:sp>
      <p:sp>
        <p:nvSpPr>
          <p:cNvPr id="58" name="Meta 3"/>
          <p:cNvSpPr>
            <a:spLocks noGrp="1"/>
          </p:cNvSpPr>
          <p:nvPr>
            <p:ph type="body" sz="quarter" idx="31" hasCustomPrompt="1"/>
          </p:nvPr>
        </p:nvSpPr>
        <p:spPr>
          <a:xfrm>
            <a:off x="911001" y="6084494"/>
            <a:ext cx="7656108" cy="339485"/>
          </a:xfrm>
        </p:spPr>
        <p:txBody>
          <a:bodyPr/>
          <a:lstStyle>
            <a:lvl1pPr marL="0" indent="0">
              <a:buNone/>
              <a:defRPr sz="1600"/>
            </a:lvl1pPr>
          </a:lstStyle>
          <a:p>
            <a:pPr lvl="0"/>
            <a:r>
              <a:rPr lang="en-US" dirty="0" smtClean="0"/>
              <a:t>Mention Details</a:t>
            </a:r>
            <a:endParaRPr lang="en-US" dirty="0"/>
          </a:p>
        </p:txBody>
      </p:sp>
      <p:sp>
        <p:nvSpPr>
          <p:cNvPr id="59" name="Link 3"/>
          <p:cNvSpPr>
            <a:spLocks noGrp="1"/>
          </p:cNvSpPr>
          <p:nvPr>
            <p:ph type="body" sz="quarter" idx="32" hasCustomPrompt="1"/>
          </p:nvPr>
        </p:nvSpPr>
        <p:spPr>
          <a:xfrm>
            <a:off x="8703603" y="6084494"/>
            <a:ext cx="2851223" cy="339485"/>
          </a:xfrm>
        </p:spPr>
        <p:txBody>
          <a:bodyPr/>
          <a:lstStyle>
            <a:lvl1pPr marL="0" indent="0" algn="r">
              <a:buNone/>
              <a:defRPr sz="1600"/>
            </a:lvl1pPr>
          </a:lstStyle>
          <a:p>
            <a:pPr lvl="0"/>
            <a:r>
              <a:rPr lang="en-US" dirty="0" smtClean="0"/>
              <a:t>Link Details</a:t>
            </a:r>
            <a:endParaRPr lang="en-US" dirty="0"/>
          </a:p>
        </p:txBody>
      </p:sp>
      <p:sp>
        <p:nvSpPr>
          <p:cNvPr id="19" name="Picture Placeholder 21"/>
          <p:cNvSpPr>
            <a:spLocks noGrp="1"/>
          </p:cNvSpPr>
          <p:nvPr>
            <p:ph type="pic" sz="quarter" idx="12"/>
          </p:nvPr>
        </p:nvSpPr>
        <p:spPr>
          <a:xfrm>
            <a:off x="849313" y="228929"/>
            <a:ext cx="1814512" cy="441325"/>
          </a:xfr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353161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fluencers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 1"/>
          <p:cNvSpPr>
            <a:spLocks noGrp="1"/>
          </p:cNvSpPr>
          <p:nvPr>
            <p:ph type="pic" sz="quarter" idx="11"/>
          </p:nvPr>
        </p:nvSpPr>
        <p:spPr>
          <a:xfrm>
            <a:off x="849313" y="1698625"/>
            <a:ext cx="1123950" cy="928688"/>
          </a:xfrm>
        </p:spPr>
        <p:txBody>
          <a:bodyPr/>
          <a:lstStyle/>
          <a:p>
            <a:endParaRPr lang="en-US"/>
          </a:p>
        </p:txBody>
      </p:sp>
      <p:sp>
        <p:nvSpPr>
          <p:cNvPr id="69" name="Influencer 1"/>
          <p:cNvSpPr>
            <a:spLocks noGrp="1"/>
          </p:cNvSpPr>
          <p:nvPr>
            <p:ph type="body" sz="quarter" idx="22" hasCustomPrompt="1"/>
          </p:nvPr>
        </p:nvSpPr>
        <p:spPr>
          <a:xfrm>
            <a:off x="2156005" y="1736090"/>
            <a:ext cx="2168980" cy="259432"/>
          </a:xfrm>
        </p:spPr>
        <p:txBody>
          <a:bodyPr>
            <a:noAutofit/>
          </a:bodyPr>
          <a:lstStyle>
            <a:lvl1pPr marL="0" indent="0">
              <a:buNone/>
              <a:defRPr sz="1600" b="1"/>
            </a:lvl1pPr>
          </a:lstStyle>
          <a:p>
            <a:pPr lvl="0"/>
            <a:r>
              <a:rPr lang="en-US" dirty="0" smtClean="0"/>
              <a:t>Influencer Name</a:t>
            </a:r>
            <a:endParaRPr lang="en-US" dirty="0"/>
          </a:p>
        </p:txBody>
      </p:sp>
      <p:sp>
        <p:nvSpPr>
          <p:cNvPr id="70" name="Handle 1"/>
          <p:cNvSpPr>
            <a:spLocks noGrp="1"/>
          </p:cNvSpPr>
          <p:nvPr>
            <p:ph type="body" sz="quarter" idx="23" hasCustomPrompt="1"/>
          </p:nvPr>
        </p:nvSpPr>
        <p:spPr>
          <a:xfrm>
            <a:off x="2156005" y="2055478"/>
            <a:ext cx="2168980" cy="259432"/>
          </a:xfrm>
        </p:spPr>
        <p:txBody>
          <a:bodyPr>
            <a:noAutofit/>
          </a:bodyPr>
          <a:lstStyle>
            <a:lvl1pPr marL="0" indent="0">
              <a:buNone/>
              <a:defRPr sz="1600" b="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 err="1" smtClean="0"/>
              <a:t>Screen_name</a:t>
            </a:r>
            <a:endParaRPr lang="en-US" dirty="0"/>
          </a:p>
        </p:txBody>
      </p:sp>
      <p:sp>
        <p:nvSpPr>
          <p:cNvPr id="71" name="Followers 1"/>
          <p:cNvSpPr>
            <a:spLocks noGrp="1"/>
          </p:cNvSpPr>
          <p:nvPr>
            <p:ph type="body" sz="quarter" idx="24" hasCustomPrompt="1"/>
          </p:nvPr>
        </p:nvSpPr>
        <p:spPr>
          <a:xfrm>
            <a:off x="2156005" y="2374866"/>
            <a:ext cx="2168980" cy="259432"/>
          </a:xfrm>
        </p:spPr>
        <p:txBody>
          <a:bodyPr>
            <a:noAutofit/>
          </a:bodyPr>
          <a:lstStyle>
            <a:lvl1pPr marL="0" indent="0">
              <a:buNone/>
              <a:defRPr sz="1600" b="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pPr lvl="0"/>
            <a:r>
              <a:rPr lang="en-US" dirty="0" smtClean="0"/>
              <a:t>followers</a:t>
            </a:r>
            <a:endParaRPr lang="en-US" dirty="0"/>
          </a:p>
        </p:txBody>
      </p:sp>
      <p:sp>
        <p:nvSpPr>
          <p:cNvPr id="67" name="Picture Placeholder 21"/>
          <p:cNvSpPr>
            <a:spLocks noGrp="1"/>
          </p:cNvSpPr>
          <p:nvPr>
            <p:ph type="pic" sz="quarter" idx="21"/>
          </p:nvPr>
        </p:nvSpPr>
        <p:spPr>
          <a:xfrm>
            <a:off x="849313" y="228929"/>
            <a:ext cx="1814512" cy="4413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8" name="Text Placeholder 3"/>
          <p:cNvSpPr>
            <a:spLocks noGrp="1"/>
          </p:cNvSpPr>
          <p:nvPr>
            <p:ph type="body" sz="quarter" idx="20" hasCustomPrompt="1"/>
          </p:nvPr>
        </p:nvSpPr>
        <p:spPr>
          <a:xfrm>
            <a:off x="863780" y="958790"/>
            <a:ext cx="10706428" cy="262234"/>
          </a:xfrm>
        </p:spPr>
        <p:txBody>
          <a:bodyPr>
            <a:noAutofit/>
          </a:bodyPr>
          <a:lstStyle>
            <a:lvl1pPr marL="0" indent="0">
              <a:buNone/>
              <a:defRPr sz="1800" b="1"/>
            </a:lvl1pPr>
          </a:lstStyle>
          <a:p>
            <a:pPr lvl="0"/>
            <a:r>
              <a:rPr lang="en-US" dirty="0" smtClean="0"/>
              <a:t>HEADING</a:t>
            </a:r>
            <a:endParaRPr lang="en-US" dirty="0"/>
          </a:p>
        </p:txBody>
      </p:sp>
      <p:sp>
        <p:nvSpPr>
          <p:cNvPr id="65" name="Rectangle 64"/>
          <p:cNvSpPr/>
          <p:nvPr userDrawn="1"/>
        </p:nvSpPr>
        <p:spPr>
          <a:xfrm>
            <a:off x="0" y="178825"/>
            <a:ext cx="12192000" cy="540503"/>
          </a:xfrm>
          <a:prstGeom prst="rect">
            <a:avLst/>
          </a:prstGeom>
          <a:solidFill>
            <a:srgbClr val="F7F7F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Title 1"/>
          <p:cNvSpPr>
            <a:spLocks noGrp="1"/>
          </p:cNvSpPr>
          <p:nvPr>
            <p:ph type="title" hasCustomPrompt="1"/>
          </p:nvPr>
        </p:nvSpPr>
        <p:spPr>
          <a:xfrm>
            <a:off x="8534400" y="150559"/>
            <a:ext cx="3049450" cy="548640"/>
          </a:xfrm>
          <a:solidFill>
            <a:srgbClr val="F7F7F7"/>
          </a:solidFill>
          <a:ln>
            <a:noFill/>
          </a:ln>
        </p:spPr>
        <p:txBody>
          <a:bodyPr>
            <a:normAutofit/>
          </a:bodyPr>
          <a:lstStyle>
            <a:lvl1pPr algn="r">
              <a:defRPr sz="1600" baseline="0"/>
            </a:lvl1pPr>
          </a:lstStyle>
          <a:p>
            <a:r>
              <a:rPr lang="en-US" dirty="0" smtClean="0"/>
              <a:t>REPORT FOR</a:t>
            </a:r>
            <a:endParaRPr lang="en-US" dirty="0"/>
          </a:p>
        </p:txBody>
      </p:sp>
      <p:sp>
        <p:nvSpPr>
          <p:cNvPr id="72" name="Pic 2"/>
          <p:cNvSpPr>
            <a:spLocks noGrp="1"/>
          </p:cNvSpPr>
          <p:nvPr>
            <p:ph type="pic" sz="quarter" idx="25"/>
          </p:nvPr>
        </p:nvSpPr>
        <p:spPr>
          <a:xfrm>
            <a:off x="4469765" y="1698625"/>
            <a:ext cx="1123950" cy="928688"/>
          </a:xfrm>
        </p:spPr>
        <p:txBody>
          <a:bodyPr/>
          <a:lstStyle/>
          <a:p>
            <a:endParaRPr lang="en-US"/>
          </a:p>
        </p:txBody>
      </p:sp>
      <p:sp>
        <p:nvSpPr>
          <p:cNvPr id="73" name="Influencer 2"/>
          <p:cNvSpPr>
            <a:spLocks noGrp="1"/>
          </p:cNvSpPr>
          <p:nvPr>
            <p:ph type="body" sz="quarter" idx="26" hasCustomPrompt="1"/>
          </p:nvPr>
        </p:nvSpPr>
        <p:spPr>
          <a:xfrm>
            <a:off x="5776457" y="1736090"/>
            <a:ext cx="2168980" cy="259432"/>
          </a:xfrm>
        </p:spPr>
        <p:txBody>
          <a:bodyPr>
            <a:noAutofit/>
          </a:bodyPr>
          <a:lstStyle>
            <a:lvl1pPr marL="0" indent="0">
              <a:buNone/>
              <a:defRPr sz="1600" b="1"/>
            </a:lvl1pPr>
          </a:lstStyle>
          <a:p>
            <a:pPr lvl="0"/>
            <a:r>
              <a:rPr lang="en-US" dirty="0" smtClean="0"/>
              <a:t>Influencer Name</a:t>
            </a:r>
            <a:endParaRPr lang="en-US" dirty="0"/>
          </a:p>
        </p:txBody>
      </p:sp>
      <p:sp>
        <p:nvSpPr>
          <p:cNvPr id="74" name="Handle 2"/>
          <p:cNvSpPr>
            <a:spLocks noGrp="1"/>
          </p:cNvSpPr>
          <p:nvPr>
            <p:ph type="body" sz="quarter" idx="27" hasCustomPrompt="1"/>
          </p:nvPr>
        </p:nvSpPr>
        <p:spPr>
          <a:xfrm>
            <a:off x="5776457" y="2055478"/>
            <a:ext cx="2168980" cy="259432"/>
          </a:xfrm>
        </p:spPr>
        <p:txBody>
          <a:bodyPr>
            <a:noAutofit/>
          </a:bodyPr>
          <a:lstStyle>
            <a:lvl1pPr marL="0" indent="0">
              <a:buNone/>
              <a:defRPr sz="1600" b="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 err="1" smtClean="0"/>
              <a:t>Screen_name</a:t>
            </a:r>
            <a:endParaRPr lang="en-US" dirty="0"/>
          </a:p>
        </p:txBody>
      </p:sp>
      <p:sp>
        <p:nvSpPr>
          <p:cNvPr id="75" name="Followers 2"/>
          <p:cNvSpPr>
            <a:spLocks noGrp="1"/>
          </p:cNvSpPr>
          <p:nvPr>
            <p:ph type="body" sz="quarter" idx="28" hasCustomPrompt="1"/>
          </p:nvPr>
        </p:nvSpPr>
        <p:spPr>
          <a:xfrm>
            <a:off x="5776457" y="2374866"/>
            <a:ext cx="2168980" cy="259432"/>
          </a:xfrm>
        </p:spPr>
        <p:txBody>
          <a:bodyPr>
            <a:noAutofit/>
          </a:bodyPr>
          <a:lstStyle>
            <a:lvl1pPr marL="0" indent="0">
              <a:buNone/>
              <a:defRPr sz="1600" b="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pPr lvl="0"/>
            <a:r>
              <a:rPr lang="en-US" dirty="0" smtClean="0"/>
              <a:t>followers</a:t>
            </a:r>
            <a:endParaRPr lang="en-US" dirty="0"/>
          </a:p>
        </p:txBody>
      </p:sp>
      <p:sp>
        <p:nvSpPr>
          <p:cNvPr id="80" name="Pic 3"/>
          <p:cNvSpPr>
            <a:spLocks noGrp="1"/>
          </p:cNvSpPr>
          <p:nvPr>
            <p:ph type="pic" sz="quarter" idx="29"/>
          </p:nvPr>
        </p:nvSpPr>
        <p:spPr>
          <a:xfrm>
            <a:off x="8090218" y="1698625"/>
            <a:ext cx="1123950" cy="928688"/>
          </a:xfrm>
        </p:spPr>
        <p:txBody>
          <a:bodyPr/>
          <a:lstStyle/>
          <a:p>
            <a:endParaRPr lang="en-US"/>
          </a:p>
        </p:txBody>
      </p:sp>
      <p:sp>
        <p:nvSpPr>
          <p:cNvPr id="81" name="Influencer 3"/>
          <p:cNvSpPr>
            <a:spLocks noGrp="1"/>
          </p:cNvSpPr>
          <p:nvPr>
            <p:ph type="body" sz="quarter" idx="30" hasCustomPrompt="1"/>
          </p:nvPr>
        </p:nvSpPr>
        <p:spPr>
          <a:xfrm>
            <a:off x="9396910" y="1736090"/>
            <a:ext cx="2168980" cy="259432"/>
          </a:xfrm>
        </p:spPr>
        <p:txBody>
          <a:bodyPr>
            <a:noAutofit/>
          </a:bodyPr>
          <a:lstStyle>
            <a:lvl1pPr marL="0" indent="0">
              <a:buNone/>
              <a:defRPr sz="1600" b="1"/>
            </a:lvl1pPr>
          </a:lstStyle>
          <a:p>
            <a:pPr lvl="0"/>
            <a:r>
              <a:rPr lang="en-US" dirty="0" smtClean="0"/>
              <a:t>Influencer Name</a:t>
            </a:r>
            <a:endParaRPr lang="en-US" dirty="0"/>
          </a:p>
        </p:txBody>
      </p:sp>
      <p:sp>
        <p:nvSpPr>
          <p:cNvPr id="82" name="Handle 3"/>
          <p:cNvSpPr>
            <a:spLocks noGrp="1"/>
          </p:cNvSpPr>
          <p:nvPr>
            <p:ph type="body" sz="quarter" idx="31" hasCustomPrompt="1"/>
          </p:nvPr>
        </p:nvSpPr>
        <p:spPr>
          <a:xfrm>
            <a:off x="9396910" y="2055478"/>
            <a:ext cx="2168980" cy="259432"/>
          </a:xfrm>
        </p:spPr>
        <p:txBody>
          <a:bodyPr>
            <a:noAutofit/>
          </a:bodyPr>
          <a:lstStyle>
            <a:lvl1pPr marL="0" indent="0">
              <a:buNone/>
              <a:defRPr sz="1600" b="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 err="1" smtClean="0"/>
              <a:t>Screen_name</a:t>
            </a:r>
            <a:endParaRPr lang="en-US" dirty="0"/>
          </a:p>
        </p:txBody>
      </p:sp>
      <p:sp>
        <p:nvSpPr>
          <p:cNvPr id="83" name="Followers 3"/>
          <p:cNvSpPr>
            <a:spLocks noGrp="1"/>
          </p:cNvSpPr>
          <p:nvPr>
            <p:ph type="body" sz="quarter" idx="32" hasCustomPrompt="1"/>
          </p:nvPr>
        </p:nvSpPr>
        <p:spPr>
          <a:xfrm>
            <a:off x="9396910" y="2374866"/>
            <a:ext cx="2168980" cy="259432"/>
          </a:xfrm>
        </p:spPr>
        <p:txBody>
          <a:bodyPr>
            <a:noAutofit/>
          </a:bodyPr>
          <a:lstStyle>
            <a:lvl1pPr marL="0" indent="0">
              <a:buNone/>
              <a:defRPr sz="1600" b="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pPr lvl="0"/>
            <a:r>
              <a:rPr lang="en-US" dirty="0" smtClean="0"/>
              <a:t>followers</a:t>
            </a:r>
            <a:endParaRPr lang="en-US" dirty="0"/>
          </a:p>
        </p:txBody>
      </p:sp>
      <p:sp>
        <p:nvSpPr>
          <p:cNvPr id="93" name="Pic 4"/>
          <p:cNvSpPr>
            <a:spLocks noGrp="1"/>
          </p:cNvSpPr>
          <p:nvPr>
            <p:ph type="pic" sz="quarter" idx="33"/>
          </p:nvPr>
        </p:nvSpPr>
        <p:spPr>
          <a:xfrm>
            <a:off x="867273" y="3104914"/>
            <a:ext cx="1123950" cy="928688"/>
          </a:xfrm>
        </p:spPr>
        <p:txBody>
          <a:bodyPr/>
          <a:lstStyle/>
          <a:p>
            <a:endParaRPr lang="en-US"/>
          </a:p>
        </p:txBody>
      </p:sp>
      <p:sp>
        <p:nvSpPr>
          <p:cNvPr id="94" name="Influencer 4"/>
          <p:cNvSpPr>
            <a:spLocks noGrp="1"/>
          </p:cNvSpPr>
          <p:nvPr>
            <p:ph type="body" sz="quarter" idx="34" hasCustomPrompt="1"/>
          </p:nvPr>
        </p:nvSpPr>
        <p:spPr>
          <a:xfrm>
            <a:off x="2173965" y="3142379"/>
            <a:ext cx="2168980" cy="259432"/>
          </a:xfrm>
        </p:spPr>
        <p:txBody>
          <a:bodyPr>
            <a:noAutofit/>
          </a:bodyPr>
          <a:lstStyle>
            <a:lvl1pPr marL="0" indent="0">
              <a:buNone/>
              <a:defRPr sz="1600" b="1"/>
            </a:lvl1pPr>
          </a:lstStyle>
          <a:p>
            <a:pPr lvl="0"/>
            <a:r>
              <a:rPr lang="en-US" dirty="0" smtClean="0"/>
              <a:t>Influencer Name</a:t>
            </a:r>
            <a:endParaRPr lang="en-US" dirty="0"/>
          </a:p>
        </p:txBody>
      </p:sp>
      <p:sp>
        <p:nvSpPr>
          <p:cNvPr id="95" name="Handle 4"/>
          <p:cNvSpPr>
            <a:spLocks noGrp="1"/>
          </p:cNvSpPr>
          <p:nvPr>
            <p:ph type="body" sz="quarter" idx="35" hasCustomPrompt="1"/>
          </p:nvPr>
        </p:nvSpPr>
        <p:spPr>
          <a:xfrm>
            <a:off x="2173965" y="3461767"/>
            <a:ext cx="2168980" cy="259432"/>
          </a:xfrm>
        </p:spPr>
        <p:txBody>
          <a:bodyPr>
            <a:noAutofit/>
          </a:bodyPr>
          <a:lstStyle>
            <a:lvl1pPr marL="0" indent="0">
              <a:buNone/>
              <a:defRPr sz="1600" b="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 err="1" smtClean="0"/>
              <a:t>Screen_name</a:t>
            </a:r>
            <a:endParaRPr lang="en-US" dirty="0"/>
          </a:p>
        </p:txBody>
      </p:sp>
      <p:sp>
        <p:nvSpPr>
          <p:cNvPr id="96" name="Followers 4"/>
          <p:cNvSpPr>
            <a:spLocks noGrp="1"/>
          </p:cNvSpPr>
          <p:nvPr>
            <p:ph type="body" sz="quarter" idx="36" hasCustomPrompt="1"/>
          </p:nvPr>
        </p:nvSpPr>
        <p:spPr>
          <a:xfrm>
            <a:off x="2173965" y="3781155"/>
            <a:ext cx="2168980" cy="259432"/>
          </a:xfrm>
        </p:spPr>
        <p:txBody>
          <a:bodyPr>
            <a:noAutofit/>
          </a:bodyPr>
          <a:lstStyle>
            <a:lvl1pPr marL="0" indent="0">
              <a:buNone/>
              <a:defRPr sz="1600" b="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pPr lvl="0"/>
            <a:r>
              <a:rPr lang="en-US" dirty="0" smtClean="0"/>
              <a:t>followers</a:t>
            </a:r>
            <a:endParaRPr lang="en-US" dirty="0"/>
          </a:p>
        </p:txBody>
      </p:sp>
      <p:sp>
        <p:nvSpPr>
          <p:cNvPr id="97" name="Pic 5"/>
          <p:cNvSpPr>
            <a:spLocks noGrp="1"/>
          </p:cNvSpPr>
          <p:nvPr>
            <p:ph type="pic" sz="quarter" idx="37"/>
          </p:nvPr>
        </p:nvSpPr>
        <p:spPr>
          <a:xfrm>
            <a:off x="4487725" y="3104914"/>
            <a:ext cx="1123950" cy="928688"/>
          </a:xfrm>
        </p:spPr>
        <p:txBody>
          <a:bodyPr/>
          <a:lstStyle/>
          <a:p>
            <a:endParaRPr lang="en-US"/>
          </a:p>
        </p:txBody>
      </p:sp>
      <p:sp>
        <p:nvSpPr>
          <p:cNvPr id="98" name="Influencer 5"/>
          <p:cNvSpPr>
            <a:spLocks noGrp="1"/>
          </p:cNvSpPr>
          <p:nvPr>
            <p:ph type="body" sz="quarter" idx="38" hasCustomPrompt="1"/>
          </p:nvPr>
        </p:nvSpPr>
        <p:spPr>
          <a:xfrm>
            <a:off x="5794417" y="3142379"/>
            <a:ext cx="2168980" cy="259432"/>
          </a:xfrm>
        </p:spPr>
        <p:txBody>
          <a:bodyPr>
            <a:noAutofit/>
          </a:bodyPr>
          <a:lstStyle>
            <a:lvl1pPr marL="0" indent="0">
              <a:buNone/>
              <a:defRPr sz="1600" b="1"/>
            </a:lvl1pPr>
          </a:lstStyle>
          <a:p>
            <a:pPr lvl="0"/>
            <a:r>
              <a:rPr lang="en-US" dirty="0" smtClean="0"/>
              <a:t>Influencer Name</a:t>
            </a:r>
            <a:endParaRPr lang="en-US" dirty="0"/>
          </a:p>
        </p:txBody>
      </p:sp>
      <p:sp>
        <p:nvSpPr>
          <p:cNvPr id="99" name="Handle 5"/>
          <p:cNvSpPr>
            <a:spLocks noGrp="1"/>
          </p:cNvSpPr>
          <p:nvPr>
            <p:ph type="body" sz="quarter" idx="39" hasCustomPrompt="1"/>
          </p:nvPr>
        </p:nvSpPr>
        <p:spPr>
          <a:xfrm>
            <a:off x="5794417" y="3461767"/>
            <a:ext cx="2168980" cy="259432"/>
          </a:xfrm>
        </p:spPr>
        <p:txBody>
          <a:bodyPr>
            <a:noAutofit/>
          </a:bodyPr>
          <a:lstStyle>
            <a:lvl1pPr marL="0" indent="0">
              <a:buNone/>
              <a:defRPr sz="1600" b="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 err="1" smtClean="0"/>
              <a:t>Screen_name</a:t>
            </a:r>
            <a:endParaRPr lang="en-US" dirty="0"/>
          </a:p>
        </p:txBody>
      </p:sp>
      <p:sp>
        <p:nvSpPr>
          <p:cNvPr id="100" name="Followers 5"/>
          <p:cNvSpPr>
            <a:spLocks noGrp="1"/>
          </p:cNvSpPr>
          <p:nvPr>
            <p:ph type="body" sz="quarter" idx="40" hasCustomPrompt="1"/>
          </p:nvPr>
        </p:nvSpPr>
        <p:spPr>
          <a:xfrm>
            <a:off x="5794417" y="3781155"/>
            <a:ext cx="2168980" cy="259432"/>
          </a:xfrm>
        </p:spPr>
        <p:txBody>
          <a:bodyPr>
            <a:noAutofit/>
          </a:bodyPr>
          <a:lstStyle>
            <a:lvl1pPr marL="0" indent="0">
              <a:buNone/>
              <a:defRPr sz="1600" b="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pPr lvl="0"/>
            <a:r>
              <a:rPr lang="en-US" dirty="0" smtClean="0"/>
              <a:t>followers</a:t>
            </a:r>
            <a:endParaRPr lang="en-US" dirty="0"/>
          </a:p>
        </p:txBody>
      </p:sp>
      <p:sp>
        <p:nvSpPr>
          <p:cNvPr id="101" name="Pic 6"/>
          <p:cNvSpPr>
            <a:spLocks noGrp="1"/>
          </p:cNvSpPr>
          <p:nvPr>
            <p:ph type="pic" sz="quarter" idx="41"/>
          </p:nvPr>
        </p:nvSpPr>
        <p:spPr>
          <a:xfrm>
            <a:off x="8108178" y="3104914"/>
            <a:ext cx="1123950" cy="928688"/>
          </a:xfrm>
        </p:spPr>
        <p:txBody>
          <a:bodyPr/>
          <a:lstStyle/>
          <a:p>
            <a:endParaRPr lang="en-US"/>
          </a:p>
        </p:txBody>
      </p:sp>
      <p:sp>
        <p:nvSpPr>
          <p:cNvPr id="102" name="Influencer 6"/>
          <p:cNvSpPr>
            <a:spLocks noGrp="1"/>
          </p:cNvSpPr>
          <p:nvPr>
            <p:ph type="body" sz="quarter" idx="42" hasCustomPrompt="1"/>
          </p:nvPr>
        </p:nvSpPr>
        <p:spPr>
          <a:xfrm>
            <a:off x="9414870" y="3142379"/>
            <a:ext cx="2168980" cy="259432"/>
          </a:xfrm>
        </p:spPr>
        <p:txBody>
          <a:bodyPr>
            <a:noAutofit/>
          </a:bodyPr>
          <a:lstStyle>
            <a:lvl1pPr marL="0" indent="0">
              <a:buNone/>
              <a:defRPr sz="1600" b="1"/>
            </a:lvl1pPr>
          </a:lstStyle>
          <a:p>
            <a:pPr lvl="0"/>
            <a:r>
              <a:rPr lang="en-US" dirty="0" smtClean="0"/>
              <a:t>Influencer Name</a:t>
            </a:r>
            <a:endParaRPr lang="en-US" dirty="0"/>
          </a:p>
        </p:txBody>
      </p:sp>
      <p:sp>
        <p:nvSpPr>
          <p:cNvPr id="103" name="Handle 6"/>
          <p:cNvSpPr>
            <a:spLocks noGrp="1"/>
          </p:cNvSpPr>
          <p:nvPr>
            <p:ph type="body" sz="quarter" idx="43" hasCustomPrompt="1"/>
          </p:nvPr>
        </p:nvSpPr>
        <p:spPr>
          <a:xfrm>
            <a:off x="9414870" y="3461767"/>
            <a:ext cx="2168980" cy="259432"/>
          </a:xfrm>
        </p:spPr>
        <p:txBody>
          <a:bodyPr>
            <a:noAutofit/>
          </a:bodyPr>
          <a:lstStyle>
            <a:lvl1pPr marL="0" indent="0">
              <a:buNone/>
              <a:defRPr sz="1600" b="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 err="1" smtClean="0"/>
              <a:t>Screen_name</a:t>
            </a:r>
            <a:endParaRPr lang="en-US" dirty="0"/>
          </a:p>
        </p:txBody>
      </p:sp>
      <p:sp>
        <p:nvSpPr>
          <p:cNvPr id="104" name="Followers 6"/>
          <p:cNvSpPr>
            <a:spLocks noGrp="1"/>
          </p:cNvSpPr>
          <p:nvPr>
            <p:ph type="body" sz="quarter" idx="44" hasCustomPrompt="1"/>
          </p:nvPr>
        </p:nvSpPr>
        <p:spPr>
          <a:xfrm>
            <a:off x="9414870" y="3781155"/>
            <a:ext cx="2168980" cy="259432"/>
          </a:xfrm>
        </p:spPr>
        <p:txBody>
          <a:bodyPr>
            <a:noAutofit/>
          </a:bodyPr>
          <a:lstStyle>
            <a:lvl1pPr marL="0" indent="0">
              <a:buNone/>
              <a:defRPr sz="1600" b="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pPr lvl="0"/>
            <a:r>
              <a:rPr lang="en-US" dirty="0" smtClean="0"/>
              <a:t>followers</a:t>
            </a:r>
            <a:endParaRPr lang="en-US" dirty="0"/>
          </a:p>
        </p:txBody>
      </p:sp>
      <p:sp>
        <p:nvSpPr>
          <p:cNvPr id="105" name="Pic 7"/>
          <p:cNvSpPr>
            <a:spLocks noGrp="1"/>
          </p:cNvSpPr>
          <p:nvPr>
            <p:ph type="pic" sz="quarter" idx="45"/>
          </p:nvPr>
        </p:nvSpPr>
        <p:spPr>
          <a:xfrm>
            <a:off x="841376" y="4511203"/>
            <a:ext cx="1123950" cy="928688"/>
          </a:xfrm>
        </p:spPr>
        <p:txBody>
          <a:bodyPr/>
          <a:lstStyle/>
          <a:p>
            <a:endParaRPr lang="en-US"/>
          </a:p>
        </p:txBody>
      </p:sp>
      <p:sp>
        <p:nvSpPr>
          <p:cNvPr id="106" name="Influencer 7"/>
          <p:cNvSpPr>
            <a:spLocks noGrp="1"/>
          </p:cNvSpPr>
          <p:nvPr>
            <p:ph type="body" sz="quarter" idx="46" hasCustomPrompt="1"/>
          </p:nvPr>
        </p:nvSpPr>
        <p:spPr>
          <a:xfrm>
            <a:off x="2148068" y="4548668"/>
            <a:ext cx="2168980" cy="259432"/>
          </a:xfrm>
        </p:spPr>
        <p:txBody>
          <a:bodyPr>
            <a:noAutofit/>
          </a:bodyPr>
          <a:lstStyle>
            <a:lvl1pPr marL="0" indent="0">
              <a:buNone/>
              <a:defRPr sz="1600" b="1"/>
            </a:lvl1pPr>
          </a:lstStyle>
          <a:p>
            <a:pPr lvl="0"/>
            <a:r>
              <a:rPr lang="en-US" dirty="0" smtClean="0"/>
              <a:t>Influencer Name</a:t>
            </a:r>
            <a:endParaRPr lang="en-US" dirty="0"/>
          </a:p>
        </p:txBody>
      </p:sp>
      <p:sp>
        <p:nvSpPr>
          <p:cNvPr id="107" name="Handle 7"/>
          <p:cNvSpPr>
            <a:spLocks noGrp="1"/>
          </p:cNvSpPr>
          <p:nvPr>
            <p:ph type="body" sz="quarter" idx="47" hasCustomPrompt="1"/>
          </p:nvPr>
        </p:nvSpPr>
        <p:spPr>
          <a:xfrm>
            <a:off x="2148068" y="4868056"/>
            <a:ext cx="2168980" cy="259432"/>
          </a:xfrm>
        </p:spPr>
        <p:txBody>
          <a:bodyPr>
            <a:noAutofit/>
          </a:bodyPr>
          <a:lstStyle>
            <a:lvl1pPr marL="0" indent="0">
              <a:buNone/>
              <a:defRPr sz="1600" b="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 err="1" smtClean="0"/>
              <a:t>Screen_name</a:t>
            </a:r>
            <a:endParaRPr lang="en-US" dirty="0"/>
          </a:p>
        </p:txBody>
      </p:sp>
      <p:sp>
        <p:nvSpPr>
          <p:cNvPr id="108" name="Followers 7"/>
          <p:cNvSpPr>
            <a:spLocks noGrp="1"/>
          </p:cNvSpPr>
          <p:nvPr>
            <p:ph type="body" sz="quarter" idx="48" hasCustomPrompt="1"/>
          </p:nvPr>
        </p:nvSpPr>
        <p:spPr>
          <a:xfrm>
            <a:off x="2148068" y="5187444"/>
            <a:ext cx="2168980" cy="259432"/>
          </a:xfrm>
        </p:spPr>
        <p:txBody>
          <a:bodyPr>
            <a:noAutofit/>
          </a:bodyPr>
          <a:lstStyle>
            <a:lvl1pPr marL="0" indent="0">
              <a:buNone/>
              <a:defRPr sz="1600" b="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pPr lvl="0"/>
            <a:r>
              <a:rPr lang="en-US" dirty="0" smtClean="0"/>
              <a:t>followers</a:t>
            </a:r>
            <a:endParaRPr lang="en-US" dirty="0"/>
          </a:p>
        </p:txBody>
      </p:sp>
      <p:sp>
        <p:nvSpPr>
          <p:cNvPr id="109" name="Pic 8"/>
          <p:cNvSpPr>
            <a:spLocks noGrp="1"/>
          </p:cNvSpPr>
          <p:nvPr>
            <p:ph type="pic" sz="quarter" idx="49"/>
          </p:nvPr>
        </p:nvSpPr>
        <p:spPr>
          <a:xfrm>
            <a:off x="4461828" y="4511203"/>
            <a:ext cx="1123950" cy="928688"/>
          </a:xfrm>
        </p:spPr>
        <p:txBody>
          <a:bodyPr/>
          <a:lstStyle/>
          <a:p>
            <a:endParaRPr lang="en-US"/>
          </a:p>
        </p:txBody>
      </p:sp>
      <p:sp>
        <p:nvSpPr>
          <p:cNvPr id="110" name="Influencer 8"/>
          <p:cNvSpPr>
            <a:spLocks noGrp="1"/>
          </p:cNvSpPr>
          <p:nvPr>
            <p:ph type="body" sz="quarter" idx="50" hasCustomPrompt="1"/>
          </p:nvPr>
        </p:nvSpPr>
        <p:spPr>
          <a:xfrm>
            <a:off x="5768520" y="4548668"/>
            <a:ext cx="2168980" cy="259432"/>
          </a:xfrm>
        </p:spPr>
        <p:txBody>
          <a:bodyPr>
            <a:noAutofit/>
          </a:bodyPr>
          <a:lstStyle>
            <a:lvl1pPr marL="0" indent="0">
              <a:buNone/>
              <a:defRPr sz="1600" b="1"/>
            </a:lvl1pPr>
          </a:lstStyle>
          <a:p>
            <a:pPr lvl="0"/>
            <a:r>
              <a:rPr lang="en-US" dirty="0" smtClean="0"/>
              <a:t>Influencer Name</a:t>
            </a:r>
            <a:endParaRPr lang="en-US" dirty="0"/>
          </a:p>
        </p:txBody>
      </p:sp>
      <p:sp>
        <p:nvSpPr>
          <p:cNvPr id="111" name="Handle 8"/>
          <p:cNvSpPr>
            <a:spLocks noGrp="1"/>
          </p:cNvSpPr>
          <p:nvPr>
            <p:ph type="body" sz="quarter" idx="51" hasCustomPrompt="1"/>
          </p:nvPr>
        </p:nvSpPr>
        <p:spPr>
          <a:xfrm>
            <a:off x="5768520" y="4868056"/>
            <a:ext cx="2168980" cy="259432"/>
          </a:xfrm>
        </p:spPr>
        <p:txBody>
          <a:bodyPr>
            <a:noAutofit/>
          </a:bodyPr>
          <a:lstStyle>
            <a:lvl1pPr marL="0" indent="0">
              <a:buNone/>
              <a:defRPr sz="1600" b="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 err="1" smtClean="0"/>
              <a:t>Screen_name</a:t>
            </a:r>
            <a:endParaRPr lang="en-US" dirty="0"/>
          </a:p>
        </p:txBody>
      </p:sp>
      <p:sp>
        <p:nvSpPr>
          <p:cNvPr id="112" name="Followers 8"/>
          <p:cNvSpPr>
            <a:spLocks noGrp="1"/>
          </p:cNvSpPr>
          <p:nvPr>
            <p:ph type="body" sz="quarter" idx="52" hasCustomPrompt="1"/>
          </p:nvPr>
        </p:nvSpPr>
        <p:spPr>
          <a:xfrm>
            <a:off x="5768520" y="5187444"/>
            <a:ext cx="2168980" cy="259432"/>
          </a:xfrm>
        </p:spPr>
        <p:txBody>
          <a:bodyPr>
            <a:noAutofit/>
          </a:bodyPr>
          <a:lstStyle>
            <a:lvl1pPr marL="0" indent="0">
              <a:buNone/>
              <a:defRPr sz="1600" b="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pPr lvl="0"/>
            <a:r>
              <a:rPr lang="en-US" dirty="0" smtClean="0"/>
              <a:t>followers</a:t>
            </a:r>
            <a:endParaRPr lang="en-US" dirty="0"/>
          </a:p>
        </p:txBody>
      </p:sp>
      <p:sp>
        <p:nvSpPr>
          <p:cNvPr id="113" name="Pic 9"/>
          <p:cNvSpPr>
            <a:spLocks noGrp="1"/>
          </p:cNvSpPr>
          <p:nvPr>
            <p:ph type="pic" sz="quarter" idx="53"/>
          </p:nvPr>
        </p:nvSpPr>
        <p:spPr>
          <a:xfrm>
            <a:off x="8082281" y="4511203"/>
            <a:ext cx="1123950" cy="928688"/>
          </a:xfrm>
        </p:spPr>
        <p:txBody>
          <a:bodyPr/>
          <a:lstStyle/>
          <a:p>
            <a:endParaRPr lang="en-US"/>
          </a:p>
        </p:txBody>
      </p:sp>
      <p:sp>
        <p:nvSpPr>
          <p:cNvPr id="114" name="Influencer 9"/>
          <p:cNvSpPr>
            <a:spLocks noGrp="1"/>
          </p:cNvSpPr>
          <p:nvPr>
            <p:ph type="body" sz="quarter" idx="54" hasCustomPrompt="1"/>
          </p:nvPr>
        </p:nvSpPr>
        <p:spPr>
          <a:xfrm>
            <a:off x="9388973" y="4548668"/>
            <a:ext cx="2168980" cy="259432"/>
          </a:xfrm>
        </p:spPr>
        <p:txBody>
          <a:bodyPr>
            <a:noAutofit/>
          </a:bodyPr>
          <a:lstStyle>
            <a:lvl1pPr marL="0" indent="0">
              <a:buNone/>
              <a:defRPr sz="1600" b="1"/>
            </a:lvl1pPr>
          </a:lstStyle>
          <a:p>
            <a:pPr lvl="0"/>
            <a:r>
              <a:rPr lang="en-US" dirty="0" smtClean="0"/>
              <a:t>Influencer Name</a:t>
            </a:r>
            <a:endParaRPr lang="en-US" dirty="0"/>
          </a:p>
        </p:txBody>
      </p:sp>
      <p:sp>
        <p:nvSpPr>
          <p:cNvPr id="115" name="Handle 9"/>
          <p:cNvSpPr>
            <a:spLocks noGrp="1"/>
          </p:cNvSpPr>
          <p:nvPr>
            <p:ph type="body" sz="quarter" idx="55" hasCustomPrompt="1"/>
          </p:nvPr>
        </p:nvSpPr>
        <p:spPr>
          <a:xfrm>
            <a:off x="9388973" y="4868056"/>
            <a:ext cx="2168980" cy="259432"/>
          </a:xfrm>
        </p:spPr>
        <p:txBody>
          <a:bodyPr>
            <a:noAutofit/>
          </a:bodyPr>
          <a:lstStyle>
            <a:lvl1pPr marL="0" indent="0">
              <a:buNone/>
              <a:defRPr sz="1600" b="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 err="1" smtClean="0"/>
              <a:t>Screen_name</a:t>
            </a:r>
            <a:endParaRPr lang="en-US" dirty="0"/>
          </a:p>
        </p:txBody>
      </p:sp>
      <p:sp>
        <p:nvSpPr>
          <p:cNvPr id="116" name="Followers 9"/>
          <p:cNvSpPr>
            <a:spLocks noGrp="1"/>
          </p:cNvSpPr>
          <p:nvPr>
            <p:ph type="body" sz="quarter" idx="56" hasCustomPrompt="1"/>
          </p:nvPr>
        </p:nvSpPr>
        <p:spPr>
          <a:xfrm>
            <a:off x="9388973" y="5187444"/>
            <a:ext cx="2168980" cy="259432"/>
          </a:xfrm>
        </p:spPr>
        <p:txBody>
          <a:bodyPr>
            <a:noAutofit/>
          </a:bodyPr>
          <a:lstStyle>
            <a:lvl1pPr marL="0" indent="0">
              <a:buNone/>
              <a:defRPr sz="1600" b="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pPr lvl="0"/>
            <a:r>
              <a:rPr lang="en-US" dirty="0" smtClean="0"/>
              <a:t>followers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8144076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C74F5A4-8D5B-4493-9634-DA6247F7FBB6}" type="datetimeFigureOut">
              <a:rPr lang="en-US" smtClean="0"/>
              <a:t>4/1/2025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66F389F-E4CD-4587-B257-8B9ECD408A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96359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8" r:id="rId2"/>
    <p:sldLayoutId id="2147483650" r:id="rId3"/>
    <p:sldLayoutId id="2147483663" r:id="rId4"/>
    <p:sldLayoutId id="2147483667" r:id="rId5"/>
    <p:sldLayoutId id="2147483661" r:id="rId6"/>
    <p:sldLayoutId id="2147483666" r:id="rId7"/>
    <p:sldLayoutId id="2147483662" r:id="rId8"/>
    <p:sldLayoutId id="2147483665" r:id="rId9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.png"/><Relationship Id="rId3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2.png"/><Relationship Id="rId3" Type="http://schemas.openxmlformats.org/officeDocument/2006/relationships/image" Target="../media/image4.jpg"/><Relationship Id="rId4" Type="http://schemas.openxmlformats.org/officeDocument/2006/relationships/image" Target="../media/image5.jpg"/><Relationship Id="rId5" Type="http://schemas.openxmlformats.org/officeDocument/2006/relationships/image" Target="../media/image6.jpg"/><Relationship Id="rId6" Type="http://schemas.openxmlformats.org/officeDocument/2006/relationships/image" Target="../media/image7.jpg"/><Relationship Id="rId7" Type="http://schemas.openxmlformats.org/officeDocument/2006/relationships/image" Target="../media/image8.jpg"/><Relationship Id="rId8" Type="http://schemas.openxmlformats.org/officeDocument/2006/relationships/image" Target="../media/image9.jpg"/><Relationship Id="rId9" Type="http://schemas.openxmlformats.org/officeDocument/2006/relationships/image" Target="../media/image10.jpg"/><Relationship Id="rId10" Type="http://schemas.openxmlformats.org/officeDocument/2006/relationships/image" Target="../media/image11.jpg"/><Relationship Id="rId11" Type="http://schemas.openxmlformats.org/officeDocument/2006/relationships/image" Target="../media/image12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.png"/><Relationship Id="rId3" Type="http://schemas.openxmlformats.org/officeDocument/2006/relationships/chart" Target="../charts/char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.png"/><Relationship Id="rId3" Type="http://schemas.openxmlformats.org/officeDocument/2006/relationships/chart" Target="../charts/chart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2.png"/><Relationship Id="rId3" Type="http://schemas.openxmlformats.org/officeDocument/2006/relationships/image" Target="../media/image14.jpg"/><Relationship Id="rId4" Type="http://schemas.openxmlformats.org/officeDocument/2006/relationships/image" Target="../media/image15.jpg"/><Relationship Id="rId5" Type="http://schemas.openxmlformats.org/officeDocument/2006/relationships/image" Target="../media/image16.jpg"/><Relationship Id="rId6" Type="http://schemas.openxmlformats.org/officeDocument/2006/relationships/image" Target="../media/image17.jpg"/><Relationship Id="rId7" Type="http://schemas.openxmlformats.org/officeDocument/2006/relationships/image" Target="../media/image18.jpg"/><Relationship Id="rId8" Type="http://schemas.openxmlformats.org/officeDocument/2006/relationships/image" Target="../media/image19.jpg"/><Relationship Id="rId9" Type="http://schemas.openxmlformats.org/officeDocument/2006/relationships/image" Target="../media/image20.jpg"/><Relationship Id="rId10" Type="http://schemas.openxmlformats.org/officeDocument/2006/relationships/image" Target="../media/image21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.png"/><Relationship Id="rId3" Type="http://schemas.openxmlformats.org/officeDocument/2006/relationships/chart" Target="../charts/chart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.png"/><Relationship Id="rId3" Type="http://schemas.openxmlformats.org/officeDocument/2006/relationships/chart" Target="../charts/chart5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2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2.png"/><Relationship Id="rId3" Type="http://schemas.openxmlformats.org/officeDocument/2006/relationships/image" Target="../media/image23.png"/><Relationship Id="rId4" Type="http://schemas.openxmlformats.org/officeDocument/2006/relationships/image" Target="../media/image24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.png"/><Relationship Id="rId3" Type="http://schemas.openxmlformats.org/officeDocument/2006/relationships/chart" Target="../charts/chart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.png"/><Relationship Id="rId3" Type="http://schemas.openxmlformats.org/officeDocument/2006/relationships/chart" Target="../charts/char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25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2.png"/><Relationship Id="rId3" Type="http://schemas.openxmlformats.org/officeDocument/2006/relationships/image" Target="../media/image26.jpg"/><Relationship Id="rId4" Type="http://schemas.openxmlformats.org/officeDocument/2006/relationships/image" Target="../media/image27.jpg"/><Relationship Id="rId5" Type="http://schemas.openxmlformats.org/officeDocument/2006/relationships/image" Target="../media/image28.jpg"/><Relationship Id="rId6" Type="http://schemas.openxmlformats.org/officeDocument/2006/relationships/image" Target="../media/image29.jpg"/><Relationship Id="rId7" Type="http://schemas.openxmlformats.org/officeDocument/2006/relationships/image" Target="../media/image30.jpg"/><Relationship Id="rId8" Type="http://schemas.openxmlformats.org/officeDocument/2006/relationships/image" Target="../media/image31.jpg"/><Relationship Id="rId9" Type="http://schemas.openxmlformats.org/officeDocument/2006/relationships/image" Target="../media/image32.jpg"/><Relationship Id="rId10" Type="http://schemas.openxmlformats.org/officeDocument/2006/relationships/image" Target="../media/image33.jpg"/><Relationship Id="rId11" Type="http://schemas.openxmlformats.org/officeDocument/2006/relationships/image" Target="../media/image34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.png"/><Relationship Id="rId3" Type="http://schemas.openxmlformats.org/officeDocument/2006/relationships/chart" Target="../charts/chart8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.png"/><Relationship Id="rId3" Type="http://schemas.openxmlformats.org/officeDocument/2006/relationships/chart" Target="../charts/chart9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5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2.png"/><Relationship Id="rId3" Type="http://schemas.openxmlformats.org/officeDocument/2006/relationships/image" Target="../media/image36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>
                <a:solidFill>
                  <a:srgbClr val="F06634"/>
                </a:solidFill>
              </a:rPr>
              <a:t>DIGITAL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>
                <a:solidFill>
                  <a:srgbClr val="F06634"/>
                </a:solidFill>
              </a:rPr>
              <a:t>MEDIA REPORT</a:t>
            </a:r>
          </a:p>
        </p:txBody>
      </p:sp>
      <p:pic>
        <p:nvPicPr>
          <p:cNvPr id="4" name="Picture Placeholder 3" descr="report-cover.jpg"/>
          <p:cNvPicPr>
            <a:picLocks noGrp="1" noChangeAspect="1"/>
          </p:cNvPicPr>
          <p:nvPr>
            <p:ph type="pic" idx="12" sz="quarter"/>
          </p:nvPr>
        </p:nvPicPr>
        <p:blipFill>
          <a:blip r:embed="rId2"/>
          <a:srcRect l="6296" r="6296"/>
          <a:stretch>
            <a:fillRect/>
          </a:stretch>
        </p:blipFill>
        <p:spPr/>
      </p:pic>
      <p:pic>
        <p:nvPicPr>
          <p:cNvPr id="5" name="Picture Placeholder 4" descr="image.png"/>
          <p:cNvPicPr>
            <a:picLocks noGrp="1" noChangeAspect="1"/>
          </p:cNvPicPr>
          <p:nvPr>
            <p:ph type="pic" idx="15" sz="quarter"/>
          </p:nvPr>
        </p:nvPicPr>
        <p:blipFill>
          <a:blip r:embed="rId3"/>
          <a:srcRect l="13667" r="13667"/>
          <a:stretch>
            <a:fillRect/>
          </a:stretch>
        </p:blipFill>
        <p:spPr/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>
                <a:solidFill>
                  <a:srgbClr val="F06634"/>
                </a:solidFill>
              </a:rPr>
              <a:t>YOUTUBE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rPr>
                <a:solidFill>
                  <a:srgbClr val="F06634"/>
                </a:solidFill>
              </a:rPr>
              <a:t>SENTIMENT ANALYSIS - YOUTUBE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/>
        </p:txBody>
      </p:sp>
      <p:sp>
        <p:nvSpPr>
          <p:cNvPr id="4" name="Text Placeholder 3"/>
          <p:cNvSpPr>
            <a:spLocks noGrp="1"/>
          </p:cNvSpPr>
          <p:nvPr>
            <p:ph type="body" idx="22" sz="quarter"/>
          </p:nvPr>
        </p:nvSpPr>
        <p:spPr/>
        <p:txBody>
          <a:bodyPr/>
          <a:lstStyle/>
          <a:p/>
        </p:txBody>
      </p:sp>
      <p:graphicFrame>
        <p:nvGraphicFramePr>
          <p:cNvPr id="5" name="Chart Placeholder 4"/>
          <p:cNvGraphicFramePr>
            <a:graphicFrameLocks noGrp="1"/>
          </p:cNvGraphicFramePr>
          <p:nvPr>
            <p:ph type="chart" idx="24" sz="quarter"/>
          </p:nvPr>
        </p:nvGraphicFramePr>
        <p:xfrm>
          <a:off x="5314422" y="2388173"/>
          <a:ext cx="6255785" cy="29337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Text Placeholder 5"/>
          <p:cNvSpPr>
            <a:spLocks noGrp="1"/>
          </p:cNvSpPr>
          <p:nvPr>
            <p:ph type="body" idx="25" sz="quarter"/>
          </p:nvPr>
        </p:nvSpPr>
        <p:spPr/>
        <p:txBody>
          <a:bodyPr/>
          <a:lstStyle/>
          <a:p>
            <a:r>
              <a:t>27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26" sz="quarter"/>
          </p:nvPr>
        </p:nvSpPr>
        <p:spPr/>
        <p:txBody>
          <a:bodyPr/>
          <a:lstStyle/>
          <a:p>
            <a:r>
              <a:rPr>
                <a:solidFill>
                  <a:srgbClr val="43B02A"/>
                </a:solidFill>
              </a:rPr>
              <a:t>4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27" sz="quarter"/>
          </p:nvPr>
        </p:nvSpPr>
        <p:spPr/>
        <p:txBody>
          <a:bodyPr/>
          <a:lstStyle/>
          <a:p>
            <a:r>
              <a:rPr>
                <a:solidFill>
                  <a:srgbClr val="FF4444"/>
                </a:solidFill>
              </a:rPr>
              <a:t>3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idx="28" sz="quarter"/>
          </p:nvPr>
        </p:nvSpPr>
        <p:spPr/>
        <p:txBody>
          <a:bodyPr/>
          <a:lstStyle/>
          <a:p>
            <a:r>
              <a:rPr>
                <a:solidFill>
                  <a:srgbClr val="808080"/>
                </a:solidFill>
              </a:rPr>
              <a:t>20</a:t>
            </a:r>
          </a:p>
        </p:txBody>
      </p:sp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Report For: 01 April 2025</a:t>
            </a:r>
          </a:p>
        </p:txBody>
      </p:sp>
      <p:pic>
        <p:nvPicPr>
          <p:cNvPr id="11" name="Picture Placeholder 10" descr="image.png"/>
          <p:cNvPicPr>
            <a:picLocks noGrp="1" noChangeAspect="1"/>
          </p:cNvPicPr>
          <p:nvPr>
            <p:ph type="pic" idx="12" sz="quarter"/>
          </p:nvPr>
        </p:nvPicPr>
        <p:blipFill>
          <a:blip r:embed="rId2"/>
          <a:srcRect l="271" r="271"/>
          <a:stretch>
            <a:fillRect/>
          </a:stretch>
        </p:blipFill>
        <p:spPr/>
      </p:pic>
      <p:sp>
        <p:nvSpPr>
          <p:cNvPr id="12" name="Rectangle 11"/>
          <p:cNvSpPr/>
          <p:nvPr/>
        </p:nvSpPr>
        <p:spPr>
          <a:xfrm>
            <a:off x="0" y="0"/>
            <a:ext cx="12192000" cy="182880"/>
          </a:xfrm>
          <a:prstGeom prst="rect">
            <a:avLst/>
          </a:prstGeom>
          <a:solidFill>
            <a:srgbClr val="F0663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Report For: 01 April 2025</a:t>
            </a:r>
          </a:p>
        </p:txBody>
      </p:sp>
      <p:pic>
        <p:nvPicPr>
          <p:cNvPr id="3" name="Picture Placeholder 2" descr="image.png"/>
          <p:cNvPicPr>
            <a:picLocks noGrp="1" noChangeAspect="1"/>
          </p:cNvPicPr>
          <p:nvPr>
            <p:ph type="pic" idx="12" sz="quarter"/>
          </p:nvPr>
        </p:nvPicPr>
        <p:blipFill>
          <a:blip r:embed="rId2"/>
          <a:srcRect l="271" r="271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rPr>
                <a:solidFill>
                  <a:srgbClr val="F06634"/>
                </a:solidFill>
              </a:rPr>
              <a:t>TRENDING TOPICS AND KEYWORDS - YOUTUBE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/>
        </p:txBody>
      </p:sp>
      <p:pic>
        <p:nvPicPr>
          <p:cNvPr id="6" name="Picture Placeholder 5" descr="image.png"/>
          <p:cNvPicPr>
            <a:picLocks noGrp="1" noChangeAspect="1"/>
          </p:cNvPicPr>
          <p:nvPr>
            <p:ph type="pic" idx="11" sz="quarter"/>
          </p:nvPr>
        </p:nvPicPr>
        <p:blipFill>
          <a:blip r:embed="rId3"/>
          <a:srcRect l="6822" r="6822"/>
          <a:stretch>
            <a:fillRect/>
          </a:stretch>
        </p:blipFill>
        <p:spPr>
          <a:xfrm>
            <a:ext cx="6185408" cy="4123605"/>
          </a:xfrm>
        </p:spPr>
      </p:pic>
      <p:sp>
        <p:nvSpPr>
          <p:cNvPr id="7" name="Rectangle 6"/>
          <p:cNvSpPr/>
          <p:nvPr/>
        </p:nvSpPr>
        <p:spPr>
          <a:xfrm>
            <a:off x="0" y="0"/>
            <a:ext cx="12192000" cy="182880"/>
          </a:xfrm>
          <a:prstGeom prst="rect">
            <a:avLst/>
          </a:prstGeom>
          <a:solidFill>
            <a:srgbClr val="F0663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Placeholder 1" descr="image.jpg"/>
          <p:cNvPicPr>
            <a:picLocks noGrp="1" noChangeAspect="1"/>
          </p:cNvPicPr>
          <p:nvPr>
            <p:ph type="pic" idx="11" sz="quarter"/>
          </p:nvPr>
        </p:nvPicPr>
        <p:blipFill>
          <a:blip r:embed="rId3"/>
          <a:srcRect t="8686" b="8686"/>
          <a:stretch>
            <a:fillRect/>
          </a:stretch>
        </p:blipFill>
        <p:spPr/>
      </p:pic>
      <p:sp>
        <p:nvSpPr>
          <p:cNvPr id="3" name="Text Placeholder 2"/>
          <p:cNvSpPr>
            <a:spLocks noGrp="1"/>
          </p:cNvSpPr>
          <p:nvPr>
            <p:ph type="body" idx="22" sz="quarter"/>
          </p:nvPr>
        </p:nvSpPr>
        <p:spPr/>
        <p:txBody>
          <a:bodyPr/>
          <a:lstStyle/>
          <a:p>
            <a:r>
              <a:t>Citizen TV Kenya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3" sz="quarter"/>
          </p:nvPr>
        </p:nvSpPr>
        <p:spPr/>
        <p:txBody>
          <a:bodyPr/>
          <a:lstStyle/>
          <a:p>
            <a:r>
              <a:rPr>
                <a:solidFill>
                  <a:srgbClr val="F06634"/>
                </a:solidFill>
              </a:rPr>
              <a:t>@/@kenyacitizentv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4" sz="quarter"/>
          </p:nvPr>
        </p:nvSpPr>
        <p:spPr/>
        <p:txBody>
          <a:bodyPr/>
          <a:lstStyle/>
          <a:p>
            <a:r>
              <a:rPr>
                <a:solidFill>
                  <a:srgbClr val="666666"/>
                </a:solidFill>
              </a:rPr>
              <a:t> followers</a:t>
            </a:r>
          </a:p>
        </p:txBody>
      </p:sp>
      <p:pic>
        <p:nvPicPr>
          <p:cNvPr id="6" name="Picture Placeholder 5" descr="image.png"/>
          <p:cNvPicPr>
            <a:picLocks noGrp="1" noChangeAspect="1"/>
          </p:cNvPicPr>
          <p:nvPr>
            <p:ph type="pic" idx="21" sz="quarter"/>
          </p:nvPr>
        </p:nvPicPr>
        <p:blipFill>
          <a:blip r:embed="rId2"/>
          <a:srcRect l="271" r="271"/>
          <a:stretch>
            <a:fillRect/>
          </a:stretch>
        </p:blipFill>
        <p:spPr/>
      </p:pic>
      <p:sp>
        <p:nvSpPr>
          <p:cNvPr id="7" name="Text Placeholder 6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rPr>
                <a:solidFill>
                  <a:srgbClr val="F06634"/>
                </a:solidFill>
              </a:rPr>
              <a:t>TOP INFLUENCERS - YOUTUBE</a:t>
            </a:r>
          </a:p>
        </p:txBody>
      </p:sp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Report For: 01 April 2025</a:t>
            </a:r>
          </a:p>
        </p:txBody>
      </p:sp>
      <p:pic>
        <p:nvPicPr>
          <p:cNvPr id="9" name="Picture Placeholder 8" descr="image.jpg"/>
          <p:cNvPicPr>
            <a:picLocks noGrp="1" noChangeAspect="1"/>
          </p:cNvPicPr>
          <p:nvPr>
            <p:ph type="pic" idx="25" sz="quarter"/>
          </p:nvPr>
        </p:nvPicPr>
        <p:blipFill>
          <a:blip r:embed="rId4"/>
          <a:srcRect t="8686" b="8686"/>
          <a:stretch>
            <a:fillRect/>
          </a:stretch>
        </p:blipFill>
        <p:spPr/>
      </p:pic>
      <p:sp>
        <p:nvSpPr>
          <p:cNvPr id="10" name="Text Placeholder 9"/>
          <p:cNvSpPr>
            <a:spLocks noGrp="1"/>
          </p:cNvSpPr>
          <p:nvPr>
            <p:ph type="body" idx="26" sz="quarter"/>
          </p:nvPr>
        </p:nvSpPr>
        <p:spPr/>
        <p:txBody>
          <a:bodyPr/>
          <a:lstStyle/>
          <a:p>
            <a:r>
              <a:t>Joshua Aura</a:t>
            </a:r>
          </a:p>
        </p:txBody>
      </p:sp>
      <p:sp>
        <p:nvSpPr>
          <p:cNvPr id="11" name="Text Placeholder 10"/>
          <p:cNvSpPr>
            <a:spLocks noGrp="1"/>
          </p:cNvSpPr>
          <p:nvPr>
            <p:ph type="body" idx="27" sz="quarter"/>
          </p:nvPr>
        </p:nvSpPr>
        <p:spPr/>
        <p:txBody>
          <a:bodyPr/>
          <a:lstStyle/>
          <a:p>
            <a:r>
              <a:rPr>
                <a:solidFill>
                  <a:srgbClr val="F06634"/>
                </a:solidFill>
              </a:rPr>
              <a:t>@/@joshuaaura4340</a:t>
            </a:r>
          </a:p>
        </p:txBody>
      </p:sp>
      <p:sp>
        <p:nvSpPr>
          <p:cNvPr id="12" name="Text Placeholder 11"/>
          <p:cNvSpPr>
            <a:spLocks noGrp="1"/>
          </p:cNvSpPr>
          <p:nvPr>
            <p:ph type="body" idx="28" sz="quarter"/>
          </p:nvPr>
        </p:nvSpPr>
        <p:spPr/>
        <p:txBody>
          <a:bodyPr/>
          <a:lstStyle/>
          <a:p>
            <a:r>
              <a:rPr>
                <a:solidFill>
                  <a:srgbClr val="666666"/>
                </a:solidFill>
              </a:rPr>
              <a:t> followers</a:t>
            </a:r>
          </a:p>
        </p:txBody>
      </p:sp>
      <p:pic>
        <p:nvPicPr>
          <p:cNvPr id="13" name="Picture Placeholder 12" descr="image.jpg"/>
          <p:cNvPicPr>
            <a:picLocks noGrp="1" noChangeAspect="1"/>
          </p:cNvPicPr>
          <p:nvPr>
            <p:ph type="pic" idx="29" sz="quarter"/>
          </p:nvPr>
        </p:nvPicPr>
        <p:blipFill>
          <a:blip r:embed="rId5"/>
          <a:srcRect t="8686" b="8686"/>
          <a:stretch>
            <a:fillRect/>
          </a:stretch>
        </p:blipFill>
        <p:spPr/>
      </p:pic>
      <p:sp>
        <p:nvSpPr>
          <p:cNvPr id="14" name="Text Placeholder 13"/>
          <p:cNvSpPr>
            <a:spLocks noGrp="1"/>
          </p:cNvSpPr>
          <p:nvPr>
            <p:ph type="body" idx="30" sz="quarter"/>
          </p:nvPr>
        </p:nvSpPr>
        <p:spPr/>
        <p:txBody>
          <a:bodyPr/>
          <a:lstStyle/>
          <a:p>
            <a:r>
              <a:t>ZionPearl Global Network</a:t>
            </a:r>
          </a:p>
        </p:txBody>
      </p:sp>
      <p:sp>
        <p:nvSpPr>
          <p:cNvPr id="15" name="Text Placeholder 14"/>
          <p:cNvSpPr>
            <a:spLocks noGrp="1"/>
          </p:cNvSpPr>
          <p:nvPr>
            <p:ph type="body" idx="31" sz="quarter"/>
          </p:nvPr>
        </p:nvSpPr>
        <p:spPr/>
        <p:txBody>
          <a:bodyPr/>
          <a:lstStyle/>
          <a:p>
            <a:r>
              <a:rPr>
                <a:solidFill>
                  <a:srgbClr val="F06634"/>
                </a:solidFill>
              </a:rPr>
              <a:t>@/@ZionPearlGlobalNetwork</a:t>
            </a:r>
          </a:p>
        </p:txBody>
      </p:sp>
      <p:sp>
        <p:nvSpPr>
          <p:cNvPr id="16" name="Text Placeholder 15"/>
          <p:cNvSpPr>
            <a:spLocks noGrp="1"/>
          </p:cNvSpPr>
          <p:nvPr>
            <p:ph type="body" idx="32" sz="quarter"/>
          </p:nvPr>
        </p:nvSpPr>
        <p:spPr/>
        <p:txBody>
          <a:bodyPr/>
          <a:lstStyle/>
          <a:p>
            <a:r>
              <a:rPr>
                <a:solidFill>
                  <a:srgbClr val="666666"/>
                </a:solidFill>
              </a:rPr>
              <a:t> followers</a:t>
            </a:r>
          </a:p>
        </p:txBody>
      </p:sp>
      <p:pic>
        <p:nvPicPr>
          <p:cNvPr id="17" name="Picture Placeholder 16" descr="image.jpg"/>
          <p:cNvPicPr>
            <a:picLocks noGrp="1" noChangeAspect="1"/>
          </p:cNvPicPr>
          <p:nvPr>
            <p:ph type="pic" idx="33" sz="quarter"/>
          </p:nvPr>
        </p:nvPicPr>
        <p:blipFill>
          <a:blip r:embed="rId6"/>
          <a:srcRect t="8686" b="8686"/>
          <a:stretch>
            <a:fillRect/>
          </a:stretch>
        </p:blipFill>
        <p:spPr/>
      </p:pic>
      <p:sp>
        <p:nvSpPr>
          <p:cNvPr id="18" name="Text Placeholder 17"/>
          <p:cNvSpPr>
            <a:spLocks noGrp="1"/>
          </p:cNvSpPr>
          <p:nvPr>
            <p:ph type="body" idx="34" sz="quarter"/>
          </p:nvPr>
        </p:nvSpPr>
        <p:spPr/>
        <p:txBody>
          <a:bodyPr/>
          <a:lstStyle/>
          <a:p>
            <a:r>
              <a:t>Icpak Kenya</a:t>
            </a:r>
          </a:p>
        </p:txBody>
      </p:sp>
      <p:sp>
        <p:nvSpPr>
          <p:cNvPr id="19" name="Text Placeholder 18"/>
          <p:cNvSpPr>
            <a:spLocks noGrp="1"/>
          </p:cNvSpPr>
          <p:nvPr>
            <p:ph type="body" idx="35" sz="quarter"/>
          </p:nvPr>
        </p:nvSpPr>
        <p:spPr/>
        <p:txBody>
          <a:bodyPr/>
          <a:lstStyle/>
          <a:p>
            <a:r>
              <a:rPr>
                <a:solidFill>
                  <a:srgbClr val="F06634"/>
                </a:solidFill>
              </a:rPr>
              <a:t>@/@icpakkenya3468</a:t>
            </a:r>
          </a:p>
        </p:txBody>
      </p:sp>
      <p:sp>
        <p:nvSpPr>
          <p:cNvPr id="20" name="Text Placeholder 19"/>
          <p:cNvSpPr>
            <a:spLocks noGrp="1"/>
          </p:cNvSpPr>
          <p:nvPr>
            <p:ph type="body" idx="36" sz="quarter"/>
          </p:nvPr>
        </p:nvSpPr>
        <p:spPr/>
        <p:txBody>
          <a:bodyPr/>
          <a:lstStyle/>
          <a:p>
            <a:r>
              <a:rPr>
                <a:solidFill>
                  <a:srgbClr val="666666"/>
                </a:solidFill>
              </a:rPr>
              <a:t> followers</a:t>
            </a:r>
          </a:p>
        </p:txBody>
      </p:sp>
      <p:pic>
        <p:nvPicPr>
          <p:cNvPr id="21" name="Picture Placeholder 20" descr="image.jpg"/>
          <p:cNvPicPr>
            <a:picLocks noGrp="1" noChangeAspect="1"/>
          </p:cNvPicPr>
          <p:nvPr>
            <p:ph type="pic" idx="37" sz="quarter"/>
          </p:nvPr>
        </p:nvPicPr>
        <p:blipFill>
          <a:blip r:embed="rId7"/>
          <a:srcRect t="8686" b="8686"/>
          <a:stretch>
            <a:fillRect/>
          </a:stretch>
        </p:blipFill>
        <p:spPr/>
      </p:pic>
      <p:sp>
        <p:nvSpPr>
          <p:cNvPr id="22" name="Text Placeholder 21"/>
          <p:cNvSpPr>
            <a:spLocks noGrp="1"/>
          </p:cNvSpPr>
          <p:nvPr>
            <p:ph type="body" idx="38" sz="quarter"/>
          </p:nvPr>
        </p:nvSpPr>
        <p:spPr/>
        <p:txBody>
          <a:bodyPr/>
          <a:lstStyle/>
          <a:p>
            <a:r>
              <a:t>Women summit online</a:t>
            </a:r>
          </a:p>
        </p:txBody>
      </p:sp>
      <p:sp>
        <p:nvSpPr>
          <p:cNvPr id="23" name="Text Placeholder 22"/>
          <p:cNvSpPr>
            <a:spLocks noGrp="1"/>
          </p:cNvSpPr>
          <p:nvPr>
            <p:ph type="body" idx="39" sz="quarter"/>
          </p:nvPr>
        </p:nvSpPr>
        <p:spPr/>
        <p:txBody>
          <a:bodyPr/>
          <a:lstStyle/>
          <a:p>
            <a:r>
              <a:rPr>
                <a:solidFill>
                  <a:srgbClr val="F06634"/>
                </a:solidFill>
              </a:rPr>
              <a:t>@/@womensummitonline4704</a:t>
            </a:r>
          </a:p>
        </p:txBody>
      </p:sp>
      <p:sp>
        <p:nvSpPr>
          <p:cNvPr id="24" name="Text Placeholder 23"/>
          <p:cNvSpPr>
            <a:spLocks noGrp="1"/>
          </p:cNvSpPr>
          <p:nvPr>
            <p:ph type="body" idx="40" sz="quarter"/>
          </p:nvPr>
        </p:nvSpPr>
        <p:spPr/>
        <p:txBody>
          <a:bodyPr/>
          <a:lstStyle/>
          <a:p>
            <a:r>
              <a:rPr>
                <a:solidFill>
                  <a:srgbClr val="666666"/>
                </a:solidFill>
              </a:rPr>
              <a:t> followers</a:t>
            </a:r>
          </a:p>
        </p:txBody>
      </p:sp>
      <p:pic>
        <p:nvPicPr>
          <p:cNvPr id="25" name="Picture Placeholder 24" descr="image.jpg"/>
          <p:cNvPicPr>
            <a:picLocks noGrp="1" noChangeAspect="1"/>
          </p:cNvPicPr>
          <p:nvPr>
            <p:ph type="pic" idx="41" sz="quarter"/>
          </p:nvPr>
        </p:nvPicPr>
        <p:blipFill>
          <a:blip r:embed="rId8"/>
          <a:srcRect t="8686" b="8686"/>
          <a:stretch>
            <a:fillRect/>
          </a:stretch>
        </p:blipFill>
        <p:spPr/>
      </p:pic>
      <p:sp>
        <p:nvSpPr>
          <p:cNvPr id="26" name="Text Placeholder 25"/>
          <p:cNvSpPr>
            <a:spLocks noGrp="1"/>
          </p:cNvSpPr>
          <p:nvPr>
            <p:ph type="body" idx="42" sz="quarter"/>
          </p:nvPr>
        </p:nvSpPr>
        <p:spPr/>
        <p:txBody>
          <a:bodyPr/>
          <a:lstStyle/>
          <a:p>
            <a:r>
              <a:t>RCM ONLINE COLLEGE</a:t>
            </a:r>
          </a:p>
        </p:txBody>
      </p:sp>
      <p:sp>
        <p:nvSpPr>
          <p:cNvPr id="27" name="Text Placeholder 26"/>
          <p:cNvSpPr>
            <a:spLocks noGrp="1"/>
          </p:cNvSpPr>
          <p:nvPr>
            <p:ph type="body" idx="43" sz="quarter"/>
          </p:nvPr>
        </p:nvSpPr>
        <p:spPr/>
        <p:txBody>
          <a:bodyPr/>
          <a:lstStyle/>
          <a:p>
            <a:r>
              <a:rPr>
                <a:solidFill>
                  <a:srgbClr val="F06634"/>
                </a:solidFill>
              </a:rPr>
              <a:t>@/@rcmonlinecollege3043</a:t>
            </a:r>
          </a:p>
        </p:txBody>
      </p:sp>
      <p:sp>
        <p:nvSpPr>
          <p:cNvPr id="28" name="Text Placeholder 27"/>
          <p:cNvSpPr>
            <a:spLocks noGrp="1"/>
          </p:cNvSpPr>
          <p:nvPr>
            <p:ph type="body" idx="44" sz="quarter"/>
          </p:nvPr>
        </p:nvSpPr>
        <p:spPr/>
        <p:txBody>
          <a:bodyPr/>
          <a:lstStyle/>
          <a:p>
            <a:r>
              <a:rPr>
                <a:solidFill>
                  <a:srgbClr val="666666"/>
                </a:solidFill>
              </a:rPr>
              <a:t> followers</a:t>
            </a:r>
          </a:p>
        </p:txBody>
      </p:sp>
      <p:pic>
        <p:nvPicPr>
          <p:cNvPr id="29" name="Picture Placeholder 28" descr="image.jpg"/>
          <p:cNvPicPr>
            <a:picLocks noGrp="1" noChangeAspect="1"/>
          </p:cNvPicPr>
          <p:nvPr>
            <p:ph type="pic" idx="45" sz="quarter"/>
          </p:nvPr>
        </p:nvPicPr>
        <p:blipFill>
          <a:blip r:embed="rId9"/>
          <a:srcRect t="8686" b="8686"/>
          <a:stretch>
            <a:fillRect/>
          </a:stretch>
        </p:blipFill>
        <p:spPr/>
      </p:pic>
      <p:sp>
        <p:nvSpPr>
          <p:cNvPr id="30" name="Text Placeholder 29"/>
          <p:cNvSpPr>
            <a:spLocks noGrp="1"/>
          </p:cNvSpPr>
          <p:nvPr>
            <p:ph type="body" idx="46" sz="quarter"/>
          </p:nvPr>
        </p:nvSpPr>
        <p:spPr/>
        <p:txBody>
          <a:bodyPr/>
          <a:lstStyle/>
          <a:p>
            <a:r>
              <a:t>Susan Wanjiku</a:t>
            </a:r>
          </a:p>
        </p:txBody>
      </p:sp>
      <p:sp>
        <p:nvSpPr>
          <p:cNvPr id="31" name="Text Placeholder 30"/>
          <p:cNvSpPr>
            <a:spLocks noGrp="1"/>
          </p:cNvSpPr>
          <p:nvPr>
            <p:ph type="body" idx="47" sz="quarter"/>
          </p:nvPr>
        </p:nvSpPr>
        <p:spPr/>
        <p:txBody>
          <a:bodyPr/>
          <a:lstStyle/>
          <a:p>
            <a:r>
              <a:rPr>
                <a:solidFill>
                  <a:srgbClr val="F06634"/>
                </a:solidFill>
              </a:rPr>
              <a:t>@/@susan.wanjiku_</a:t>
            </a:r>
          </a:p>
        </p:txBody>
      </p:sp>
      <p:sp>
        <p:nvSpPr>
          <p:cNvPr id="32" name="Text Placeholder 31"/>
          <p:cNvSpPr>
            <a:spLocks noGrp="1"/>
          </p:cNvSpPr>
          <p:nvPr>
            <p:ph type="body" idx="48" sz="quarter"/>
          </p:nvPr>
        </p:nvSpPr>
        <p:spPr/>
        <p:txBody>
          <a:bodyPr/>
          <a:lstStyle/>
          <a:p>
            <a:r>
              <a:rPr>
                <a:solidFill>
                  <a:srgbClr val="666666"/>
                </a:solidFill>
              </a:rPr>
              <a:t> followers</a:t>
            </a:r>
          </a:p>
        </p:txBody>
      </p:sp>
      <p:pic>
        <p:nvPicPr>
          <p:cNvPr id="33" name="Picture Placeholder 32" descr="image.jpg"/>
          <p:cNvPicPr>
            <a:picLocks noGrp="1" noChangeAspect="1"/>
          </p:cNvPicPr>
          <p:nvPr>
            <p:ph type="pic" idx="49" sz="quarter"/>
          </p:nvPr>
        </p:nvPicPr>
        <p:blipFill>
          <a:blip r:embed="rId10"/>
          <a:srcRect t="8686" b="8686"/>
          <a:stretch>
            <a:fillRect/>
          </a:stretch>
        </p:blipFill>
        <p:spPr/>
      </p:pic>
      <p:sp>
        <p:nvSpPr>
          <p:cNvPr id="34" name="Text Placeholder 33"/>
          <p:cNvSpPr>
            <a:spLocks noGrp="1"/>
          </p:cNvSpPr>
          <p:nvPr>
            <p:ph type="body" idx="50" sz="quarter"/>
          </p:nvPr>
        </p:nvSpPr>
        <p:spPr/>
        <p:txBody>
          <a:bodyPr/>
          <a:lstStyle/>
          <a:p>
            <a:r>
              <a:t>RADIO MARIA KENYA</a:t>
            </a:r>
          </a:p>
        </p:txBody>
      </p:sp>
      <p:sp>
        <p:nvSpPr>
          <p:cNvPr id="35" name="Text Placeholder 34"/>
          <p:cNvSpPr>
            <a:spLocks noGrp="1"/>
          </p:cNvSpPr>
          <p:nvPr>
            <p:ph type="body" idx="51" sz="quarter"/>
          </p:nvPr>
        </p:nvSpPr>
        <p:spPr/>
        <p:txBody>
          <a:bodyPr/>
          <a:lstStyle/>
          <a:p>
            <a:r>
              <a:rPr>
                <a:solidFill>
                  <a:srgbClr val="F06634"/>
                </a:solidFill>
              </a:rPr>
              <a:t>@/@RadioMariaKenya</a:t>
            </a:r>
          </a:p>
        </p:txBody>
      </p:sp>
      <p:sp>
        <p:nvSpPr>
          <p:cNvPr id="36" name="Text Placeholder 35"/>
          <p:cNvSpPr>
            <a:spLocks noGrp="1"/>
          </p:cNvSpPr>
          <p:nvPr>
            <p:ph type="body" idx="52" sz="quarter"/>
          </p:nvPr>
        </p:nvSpPr>
        <p:spPr/>
        <p:txBody>
          <a:bodyPr/>
          <a:lstStyle/>
          <a:p>
            <a:r>
              <a:rPr>
                <a:solidFill>
                  <a:srgbClr val="666666"/>
                </a:solidFill>
              </a:rPr>
              <a:t> followers</a:t>
            </a:r>
          </a:p>
        </p:txBody>
      </p:sp>
      <p:pic>
        <p:nvPicPr>
          <p:cNvPr id="37" name="Picture Placeholder 36" descr="image.jpg"/>
          <p:cNvPicPr>
            <a:picLocks noGrp="1" noChangeAspect="1"/>
          </p:cNvPicPr>
          <p:nvPr>
            <p:ph type="pic" idx="53" sz="quarter"/>
          </p:nvPr>
        </p:nvPicPr>
        <p:blipFill>
          <a:blip r:embed="rId11"/>
          <a:srcRect t="8686" b="8686"/>
          <a:stretch>
            <a:fillRect/>
          </a:stretch>
        </p:blipFill>
        <p:spPr/>
      </p:pic>
      <p:sp>
        <p:nvSpPr>
          <p:cNvPr id="38" name="Text Placeholder 37"/>
          <p:cNvSpPr>
            <a:spLocks noGrp="1"/>
          </p:cNvSpPr>
          <p:nvPr>
            <p:ph type="body" idx="54" sz="quarter"/>
          </p:nvPr>
        </p:nvSpPr>
        <p:spPr/>
        <p:txBody>
          <a:bodyPr/>
          <a:lstStyle/>
          <a:p>
            <a:r>
              <a:t>DMMEDIA OFFICIAL </a:t>
            </a:r>
          </a:p>
        </p:txBody>
      </p:sp>
      <p:sp>
        <p:nvSpPr>
          <p:cNvPr id="39" name="Text Placeholder 38"/>
          <p:cNvSpPr>
            <a:spLocks noGrp="1"/>
          </p:cNvSpPr>
          <p:nvPr>
            <p:ph type="body" idx="55" sz="quarter"/>
          </p:nvPr>
        </p:nvSpPr>
        <p:spPr/>
        <p:txBody>
          <a:bodyPr/>
          <a:lstStyle/>
          <a:p>
            <a:r>
              <a:rPr>
                <a:solidFill>
                  <a:srgbClr val="F06634"/>
                </a:solidFill>
              </a:rPr>
              <a:t>@/@DMMEDIA-OFFICIAL</a:t>
            </a:r>
          </a:p>
        </p:txBody>
      </p:sp>
      <p:sp>
        <p:nvSpPr>
          <p:cNvPr id="40" name="Text Placeholder 39"/>
          <p:cNvSpPr>
            <a:spLocks noGrp="1"/>
          </p:cNvSpPr>
          <p:nvPr>
            <p:ph type="body" idx="56" sz="quarter"/>
          </p:nvPr>
        </p:nvSpPr>
        <p:spPr/>
        <p:txBody>
          <a:bodyPr/>
          <a:lstStyle/>
          <a:p>
            <a:r>
              <a:rPr>
                <a:solidFill>
                  <a:srgbClr val="666666"/>
                </a:solidFill>
              </a:rPr>
              <a:t> followers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0" y="0"/>
            <a:ext cx="12192000" cy="182880"/>
          </a:xfrm>
          <a:prstGeom prst="rect">
            <a:avLst/>
          </a:prstGeom>
          <a:solidFill>
            <a:srgbClr val="F0663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>
                <a:solidFill>
                  <a:srgbClr val="F06634"/>
                </a:solidFill>
              </a:rPr>
              <a:t>LINKEDIN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Report For: 01 April 2025</a:t>
            </a:r>
          </a:p>
        </p:txBody>
      </p:sp>
      <p:pic>
        <p:nvPicPr>
          <p:cNvPr id="3" name="Picture Placeholder 2" descr="image.png"/>
          <p:cNvPicPr>
            <a:picLocks noGrp="1" noChangeAspect="1"/>
          </p:cNvPicPr>
          <p:nvPr>
            <p:ph type="pic" idx="12" sz="quarter"/>
          </p:nvPr>
        </p:nvPicPr>
        <p:blipFill>
          <a:blip r:embed="rId2"/>
          <a:srcRect l="271" r="271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rPr>
                <a:solidFill>
                  <a:srgbClr val="F06634"/>
                </a:solidFill>
              </a:rPr>
              <a:t>VOLUME OF MENTIONS - LINKEDIN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/>
        </p:txBody>
      </p:sp>
      <p:sp>
        <p:nvSpPr>
          <p:cNvPr id="6" name="Text Placeholder 5"/>
          <p:cNvSpPr>
            <a:spLocks noGrp="1"/>
          </p:cNvSpPr>
          <p:nvPr>
            <p:ph type="body" idx="22" sz="quarter"/>
          </p:nvPr>
        </p:nvSpPr>
        <p:spPr/>
        <p:txBody>
          <a:bodyPr/>
          <a:lstStyle/>
          <a:p/>
        </p:txBody>
      </p:sp>
      <p:graphicFrame>
        <p:nvGraphicFramePr>
          <p:cNvPr id="7" name="Chart Placeholder 6"/>
          <p:cNvGraphicFramePr>
            <a:graphicFrameLocks noGrp="1"/>
          </p:cNvGraphicFramePr>
          <p:nvPr>
            <p:ph type="chart" idx="23" sz="quarter"/>
          </p:nvPr>
        </p:nvGraphicFramePr>
        <p:xfrm>
          <a:off x="835025" y="2157413"/>
          <a:ext cx="10734675" cy="3146425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0"/>
            <a:ext cx="12192000" cy="182880"/>
          </a:xfrm>
          <a:prstGeom prst="rect">
            <a:avLst/>
          </a:prstGeom>
          <a:solidFill>
            <a:srgbClr val="F0663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rPr>
                <a:solidFill>
                  <a:srgbClr val="F06634"/>
                </a:solidFill>
              </a:rPr>
              <a:t>SENTIMENT ANALYSIS - LINKEDIN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/>
        </p:txBody>
      </p:sp>
      <p:sp>
        <p:nvSpPr>
          <p:cNvPr id="4" name="Text Placeholder 3"/>
          <p:cNvSpPr>
            <a:spLocks noGrp="1"/>
          </p:cNvSpPr>
          <p:nvPr>
            <p:ph type="body" idx="22" sz="quarter"/>
          </p:nvPr>
        </p:nvSpPr>
        <p:spPr/>
        <p:txBody>
          <a:bodyPr/>
          <a:lstStyle/>
          <a:p/>
        </p:txBody>
      </p:sp>
      <p:graphicFrame>
        <p:nvGraphicFramePr>
          <p:cNvPr id="5" name="Chart Placeholder 4"/>
          <p:cNvGraphicFramePr>
            <a:graphicFrameLocks noGrp="1"/>
          </p:cNvGraphicFramePr>
          <p:nvPr>
            <p:ph type="chart" idx="24" sz="quarter"/>
          </p:nvPr>
        </p:nvGraphicFramePr>
        <p:xfrm>
          <a:off x="5314422" y="2388173"/>
          <a:ext cx="6255785" cy="29337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Text Placeholder 5"/>
          <p:cNvSpPr>
            <a:spLocks noGrp="1"/>
          </p:cNvSpPr>
          <p:nvPr>
            <p:ph type="body" idx="25" sz="quarter"/>
          </p:nvPr>
        </p:nvSpPr>
        <p:spPr/>
        <p:txBody>
          <a:bodyPr/>
          <a:lstStyle/>
          <a:p>
            <a:r>
              <a:t>100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26" sz="quarter"/>
          </p:nvPr>
        </p:nvSpPr>
        <p:spPr/>
        <p:txBody>
          <a:bodyPr/>
          <a:lstStyle/>
          <a:p>
            <a:r>
              <a:rPr>
                <a:solidFill>
                  <a:srgbClr val="43B02A"/>
                </a:solidFill>
              </a:rPr>
              <a:t>86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27" sz="quarter"/>
          </p:nvPr>
        </p:nvSpPr>
        <p:spPr/>
        <p:txBody>
          <a:bodyPr/>
          <a:lstStyle/>
          <a:p>
            <a:r>
              <a:rPr>
                <a:solidFill>
                  <a:srgbClr val="FF4444"/>
                </a:solidFill>
              </a:rPr>
              <a:t>4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idx="28" sz="quarter"/>
          </p:nvPr>
        </p:nvSpPr>
        <p:spPr/>
        <p:txBody>
          <a:bodyPr/>
          <a:lstStyle/>
          <a:p>
            <a:r>
              <a:rPr>
                <a:solidFill>
                  <a:srgbClr val="808080"/>
                </a:solidFill>
              </a:rPr>
              <a:t>10</a:t>
            </a:r>
          </a:p>
        </p:txBody>
      </p:sp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Report For: 01 April 2025</a:t>
            </a:r>
          </a:p>
        </p:txBody>
      </p:sp>
      <p:pic>
        <p:nvPicPr>
          <p:cNvPr id="11" name="Picture Placeholder 10" descr="image.png"/>
          <p:cNvPicPr>
            <a:picLocks noGrp="1" noChangeAspect="1"/>
          </p:cNvPicPr>
          <p:nvPr>
            <p:ph type="pic" idx="12" sz="quarter"/>
          </p:nvPr>
        </p:nvPicPr>
        <p:blipFill>
          <a:blip r:embed="rId2"/>
          <a:srcRect l="271" r="271"/>
          <a:stretch>
            <a:fillRect/>
          </a:stretch>
        </p:blipFill>
        <p:spPr/>
      </p:pic>
      <p:sp>
        <p:nvSpPr>
          <p:cNvPr id="12" name="Rectangle 11"/>
          <p:cNvSpPr/>
          <p:nvPr/>
        </p:nvSpPr>
        <p:spPr>
          <a:xfrm>
            <a:off x="0" y="0"/>
            <a:ext cx="12192000" cy="182880"/>
          </a:xfrm>
          <a:prstGeom prst="rect">
            <a:avLst/>
          </a:prstGeom>
          <a:solidFill>
            <a:srgbClr val="F0663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Report For: 01 April 2025</a:t>
            </a:r>
          </a:p>
        </p:txBody>
      </p:sp>
      <p:pic>
        <p:nvPicPr>
          <p:cNvPr id="3" name="Picture Placeholder 2" descr="image.png"/>
          <p:cNvPicPr>
            <a:picLocks noGrp="1" noChangeAspect="1"/>
          </p:cNvPicPr>
          <p:nvPr>
            <p:ph type="pic" idx="12" sz="quarter"/>
          </p:nvPr>
        </p:nvPicPr>
        <p:blipFill>
          <a:blip r:embed="rId2"/>
          <a:srcRect l="271" r="271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rPr>
                <a:solidFill>
                  <a:srgbClr val="F06634"/>
                </a:solidFill>
              </a:rPr>
              <a:t>TRENDING TOPICS AND KEYWORDS - LINKEDIN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/>
        </p:txBody>
      </p:sp>
      <p:pic>
        <p:nvPicPr>
          <p:cNvPr id="6" name="Picture Placeholder 5" descr="image.png"/>
          <p:cNvPicPr>
            <a:picLocks noGrp="1" noChangeAspect="1"/>
          </p:cNvPicPr>
          <p:nvPr>
            <p:ph type="pic" idx="11" sz="quarter"/>
          </p:nvPr>
        </p:nvPicPr>
        <p:blipFill>
          <a:blip r:embed="rId3"/>
          <a:srcRect l="6822" r="6822"/>
          <a:stretch>
            <a:fillRect/>
          </a:stretch>
        </p:blipFill>
        <p:spPr>
          <a:xfrm>
            <a:ext cx="6185408" cy="4123605"/>
          </a:xfrm>
        </p:spPr>
      </p:pic>
      <p:sp>
        <p:nvSpPr>
          <p:cNvPr id="7" name="Rectangle 6"/>
          <p:cNvSpPr/>
          <p:nvPr/>
        </p:nvSpPr>
        <p:spPr>
          <a:xfrm>
            <a:off x="0" y="0"/>
            <a:ext cx="12192000" cy="182880"/>
          </a:xfrm>
          <a:prstGeom prst="rect">
            <a:avLst/>
          </a:prstGeom>
          <a:solidFill>
            <a:srgbClr val="F0663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1" sz="quarter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22" sz="quarter"/>
          </p:nvPr>
        </p:nvSpPr>
        <p:spPr/>
        <p:txBody>
          <a:bodyPr/>
          <a:lstStyle/>
          <a:p>
            <a:r>
              <a:t>Prof. CPA. Elizabeth Kalunda M.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3" sz="quarter"/>
          </p:nvPr>
        </p:nvSpPr>
        <p:spPr/>
        <p:txBody>
          <a:bodyPr/>
          <a:lstStyle/>
          <a:p>
            <a:r>
              <a:rPr>
                <a:solidFill>
                  <a:srgbClr val="F06634"/>
                </a:solidFill>
              </a:rPr>
              <a:t>@prof-cpa-elizabeth-kalunda-m-1b722235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4" sz="quarter"/>
          </p:nvPr>
        </p:nvSpPr>
        <p:spPr/>
        <p:txBody>
          <a:bodyPr/>
          <a:lstStyle/>
          <a:p>
            <a:r>
              <a:rPr>
                <a:solidFill>
                  <a:srgbClr val="666666"/>
                </a:solidFill>
              </a:rPr>
              <a:t> followers</a:t>
            </a:r>
          </a:p>
        </p:txBody>
      </p:sp>
      <p:pic>
        <p:nvPicPr>
          <p:cNvPr id="6" name="Picture Placeholder 5" descr="image.png"/>
          <p:cNvPicPr>
            <a:picLocks noGrp="1" noChangeAspect="1"/>
          </p:cNvPicPr>
          <p:nvPr>
            <p:ph type="pic" idx="21" sz="quarter"/>
          </p:nvPr>
        </p:nvPicPr>
        <p:blipFill>
          <a:blip r:embed="rId2"/>
          <a:srcRect l="271" r="271"/>
          <a:stretch>
            <a:fillRect/>
          </a:stretch>
        </p:blipFill>
        <p:spPr/>
      </p:pic>
      <p:sp>
        <p:nvSpPr>
          <p:cNvPr id="7" name="Text Placeholder 6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rPr>
                <a:solidFill>
                  <a:srgbClr val="F06634"/>
                </a:solidFill>
              </a:rPr>
              <a:t>TOP INFLUENCERS - LINKEDIN</a:t>
            </a:r>
          </a:p>
        </p:txBody>
      </p:sp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Report For: 01 April 2025</a:t>
            </a:r>
          </a:p>
        </p:txBody>
      </p:sp>
      <p:pic>
        <p:nvPicPr>
          <p:cNvPr id="9" name="Picture Placeholder 8" descr="image.jpg"/>
          <p:cNvPicPr>
            <a:picLocks noGrp="1" noChangeAspect="1"/>
          </p:cNvPicPr>
          <p:nvPr>
            <p:ph type="pic" idx="25" sz="quarter"/>
          </p:nvPr>
        </p:nvPicPr>
        <p:blipFill>
          <a:blip r:embed="rId3"/>
          <a:srcRect t="8686" b="8686"/>
          <a:stretch>
            <a:fillRect/>
          </a:stretch>
        </p:blipFill>
        <p:spPr/>
      </p:pic>
      <p:sp>
        <p:nvSpPr>
          <p:cNvPr id="10" name="Text Placeholder 9"/>
          <p:cNvSpPr>
            <a:spLocks noGrp="1"/>
          </p:cNvSpPr>
          <p:nvPr>
            <p:ph type="body" idx="26" sz="quarter"/>
          </p:nvPr>
        </p:nvSpPr>
        <p:spPr/>
        <p:txBody>
          <a:bodyPr/>
          <a:lstStyle/>
          <a:p>
            <a:r>
              <a:t>Association of Women Accountants of Kenya - AWAK</a:t>
            </a:r>
          </a:p>
        </p:txBody>
      </p:sp>
      <p:sp>
        <p:nvSpPr>
          <p:cNvPr id="11" name="Text Placeholder 10"/>
          <p:cNvSpPr>
            <a:spLocks noGrp="1"/>
          </p:cNvSpPr>
          <p:nvPr>
            <p:ph type="body" idx="27" sz="quarter"/>
          </p:nvPr>
        </p:nvSpPr>
        <p:spPr/>
        <p:txBody>
          <a:bodyPr/>
          <a:lstStyle/>
          <a:p>
            <a:r>
              <a:rPr>
                <a:solidFill>
                  <a:srgbClr val="F06634"/>
                </a:solidFill>
              </a:rPr>
              <a:t>@awak-kenya</a:t>
            </a:r>
          </a:p>
        </p:txBody>
      </p:sp>
      <p:sp>
        <p:nvSpPr>
          <p:cNvPr id="12" name="Text Placeholder 11"/>
          <p:cNvSpPr>
            <a:spLocks noGrp="1"/>
          </p:cNvSpPr>
          <p:nvPr>
            <p:ph type="body" idx="28" sz="quarter"/>
          </p:nvPr>
        </p:nvSpPr>
        <p:spPr/>
        <p:txBody>
          <a:bodyPr/>
          <a:lstStyle/>
          <a:p>
            <a:r>
              <a:rPr>
                <a:solidFill>
                  <a:srgbClr val="666666"/>
                </a:solidFill>
              </a:rPr>
              <a:t> followers</a:t>
            </a:r>
          </a:p>
        </p:txBody>
      </p:sp>
      <p:pic>
        <p:nvPicPr>
          <p:cNvPr id="13" name="Picture Placeholder 12" descr="image.jpg"/>
          <p:cNvPicPr>
            <a:picLocks noGrp="1" noChangeAspect="1"/>
          </p:cNvPicPr>
          <p:nvPr>
            <p:ph type="pic" idx="29" sz="quarter"/>
          </p:nvPr>
        </p:nvPicPr>
        <p:blipFill>
          <a:blip r:embed="rId4"/>
          <a:srcRect t="8686" b="8686"/>
          <a:stretch>
            <a:fillRect/>
          </a:stretch>
        </p:blipFill>
        <p:spPr/>
      </p:pic>
      <p:sp>
        <p:nvSpPr>
          <p:cNvPr id="14" name="Text Placeholder 13"/>
          <p:cNvSpPr>
            <a:spLocks noGrp="1"/>
          </p:cNvSpPr>
          <p:nvPr>
            <p:ph type="body" idx="30" sz="quarter"/>
          </p:nvPr>
        </p:nvSpPr>
        <p:spPr/>
        <p:txBody>
          <a:bodyPr/>
          <a:lstStyle/>
          <a:p>
            <a:r>
              <a:t>ICPAK (Institute of Certified Public Accountants of Kenya)</a:t>
            </a:r>
          </a:p>
        </p:txBody>
      </p:sp>
      <p:sp>
        <p:nvSpPr>
          <p:cNvPr id="15" name="Text Placeholder 14"/>
          <p:cNvSpPr>
            <a:spLocks noGrp="1"/>
          </p:cNvSpPr>
          <p:nvPr>
            <p:ph type="body" idx="31" sz="quarter"/>
          </p:nvPr>
        </p:nvSpPr>
        <p:spPr/>
        <p:txBody>
          <a:bodyPr/>
          <a:lstStyle/>
          <a:p>
            <a:r>
              <a:rPr>
                <a:solidFill>
                  <a:srgbClr val="F06634"/>
                </a:solidFill>
              </a:rPr>
              <a:t>@icpakkenya</a:t>
            </a:r>
          </a:p>
        </p:txBody>
      </p:sp>
      <p:sp>
        <p:nvSpPr>
          <p:cNvPr id="16" name="Text Placeholder 15"/>
          <p:cNvSpPr>
            <a:spLocks noGrp="1"/>
          </p:cNvSpPr>
          <p:nvPr>
            <p:ph type="body" idx="32" sz="quarter"/>
          </p:nvPr>
        </p:nvSpPr>
        <p:spPr/>
        <p:txBody>
          <a:bodyPr/>
          <a:lstStyle/>
          <a:p>
            <a:r>
              <a:rPr>
                <a:solidFill>
                  <a:srgbClr val="666666"/>
                </a:solidFill>
              </a:rPr>
              <a:t> followers</a:t>
            </a:r>
          </a:p>
        </p:txBody>
      </p:sp>
      <p:pic>
        <p:nvPicPr>
          <p:cNvPr id="17" name="Picture Placeholder 16" descr="image.jpg"/>
          <p:cNvPicPr>
            <a:picLocks noGrp="1" noChangeAspect="1"/>
          </p:cNvPicPr>
          <p:nvPr>
            <p:ph type="pic" idx="33" sz="quarter"/>
          </p:nvPr>
        </p:nvPicPr>
        <p:blipFill>
          <a:blip r:embed="rId5"/>
          <a:srcRect t="8686" b="8686"/>
          <a:stretch>
            <a:fillRect/>
          </a:stretch>
        </p:blipFill>
        <p:spPr/>
      </p:pic>
      <p:sp>
        <p:nvSpPr>
          <p:cNvPr id="18" name="Text Placeholder 17"/>
          <p:cNvSpPr>
            <a:spLocks noGrp="1"/>
          </p:cNvSpPr>
          <p:nvPr>
            <p:ph type="body" idx="34" sz="quarter"/>
          </p:nvPr>
        </p:nvSpPr>
        <p:spPr/>
        <p:txBody>
          <a:bodyPr/>
          <a:lstStyle/>
          <a:p>
            <a:r>
              <a:t>ZionPearl Publishers</a:t>
            </a:r>
          </a:p>
        </p:txBody>
      </p:sp>
      <p:sp>
        <p:nvSpPr>
          <p:cNvPr id="19" name="Text Placeholder 18"/>
          <p:cNvSpPr>
            <a:spLocks noGrp="1"/>
          </p:cNvSpPr>
          <p:nvPr>
            <p:ph type="body" idx="35" sz="quarter"/>
          </p:nvPr>
        </p:nvSpPr>
        <p:spPr/>
        <p:txBody>
          <a:bodyPr/>
          <a:lstStyle/>
          <a:p>
            <a:r>
              <a:rPr>
                <a:solidFill>
                  <a:srgbClr val="F06634"/>
                </a:solidFill>
              </a:rPr>
              <a:t>@zionpearl-publishers</a:t>
            </a:r>
          </a:p>
        </p:txBody>
      </p:sp>
      <p:sp>
        <p:nvSpPr>
          <p:cNvPr id="20" name="Text Placeholder 19"/>
          <p:cNvSpPr>
            <a:spLocks noGrp="1"/>
          </p:cNvSpPr>
          <p:nvPr>
            <p:ph type="body" idx="36" sz="quarter"/>
          </p:nvPr>
        </p:nvSpPr>
        <p:spPr/>
        <p:txBody>
          <a:bodyPr/>
          <a:lstStyle/>
          <a:p>
            <a:r>
              <a:rPr>
                <a:solidFill>
                  <a:srgbClr val="666666"/>
                </a:solidFill>
              </a:rPr>
              <a:t> followers</a:t>
            </a:r>
          </a:p>
        </p:txBody>
      </p:sp>
      <p:pic>
        <p:nvPicPr>
          <p:cNvPr id="21" name="Picture Placeholder 20" descr="image.jpg"/>
          <p:cNvPicPr>
            <a:picLocks noGrp="1" noChangeAspect="1"/>
          </p:cNvPicPr>
          <p:nvPr>
            <p:ph type="pic" idx="37" sz="quarter"/>
          </p:nvPr>
        </p:nvPicPr>
        <p:blipFill>
          <a:blip r:embed="rId6"/>
          <a:srcRect t="8686" b="8686"/>
          <a:stretch>
            <a:fillRect/>
          </a:stretch>
        </p:blipFill>
        <p:spPr/>
      </p:pic>
      <p:sp>
        <p:nvSpPr>
          <p:cNvPr id="22" name="Text Placeholder 21"/>
          <p:cNvSpPr>
            <a:spLocks noGrp="1"/>
          </p:cNvSpPr>
          <p:nvPr>
            <p:ph type="body" idx="38" sz="quarter"/>
          </p:nvPr>
        </p:nvSpPr>
        <p:spPr/>
        <p:txBody>
          <a:bodyPr/>
          <a:lstStyle/>
          <a:p>
            <a:r>
              <a:t>CPA Umeme Steve</a:t>
            </a:r>
          </a:p>
        </p:txBody>
      </p:sp>
      <p:sp>
        <p:nvSpPr>
          <p:cNvPr id="23" name="Text Placeholder 22"/>
          <p:cNvSpPr>
            <a:spLocks noGrp="1"/>
          </p:cNvSpPr>
          <p:nvPr>
            <p:ph type="body" idx="39" sz="quarter"/>
          </p:nvPr>
        </p:nvSpPr>
        <p:spPr/>
        <p:txBody>
          <a:bodyPr/>
          <a:lstStyle/>
          <a:p>
            <a:r>
              <a:rPr>
                <a:solidFill>
                  <a:srgbClr val="F06634"/>
                </a:solidFill>
              </a:rPr>
              <a:t>@umemesteve</a:t>
            </a:r>
          </a:p>
        </p:txBody>
      </p:sp>
      <p:sp>
        <p:nvSpPr>
          <p:cNvPr id="24" name="Text Placeholder 23"/>
          <p:cNvSpPr>
            <a:spLocks noGrp="1"/>
          </p:cNvSpPr>
          <p:nvPr>
            <p:ph type="body" idx="40" sz="quarter"/>
          </p:nvPr>
        </p:nvSpPr>
        <p:spPr/>
        <p:txBody>
          <a:bodyPr/>
          <a:lstStyle/>
          <a:p>
            <a:r>
              <a:rPr>
                <a:solidFill>
                  <a:srgbClr val="666666"/>
                </a:solidFill>
              </a:rPr>
              <a:t> followers</a:t>
            </a:r>
          </a:p>
        </p:txBody>
      </p:sp>
      <p:pic>
        <p:nvPicPr>
          <p:cNvPr id="25" name="Picture Placeholder 24" descr="image.jpg"/>
          <p:cNvPicPr>
            <a:picLocks noGrp="1" noChangeAspect="1"/>
          </p:cNvPicPr>
          <p:nvPr>
            <p:ph type="pic" idx="41" sz="quarter"/>
          </p:nvPr>
        </p:nvPicPr>
        <p:blipFill>
          <a:blip r:embed="rId7"/>
          <a:srcRect t="8686" b="8686"/>
          <a:stretch>
            <a:fillRect/>
          </a:stretch>
        </p:blipFill>
        <p:spPr/>
      </p:pic>
      <p:sp>
        <p:nvSpPr>
          <p:cNvPr id="26" name="Text Placeholder 25"/>
          <p:cNvSpPr>
            <a:spLocks noGrp="1"/>
          </p:cNvSpPr>
          <p:nvPr>
            <p:ph type="body" idx="42" sz="quarter"/>
          </p:nvPr>
        </p:nvSpPr>
        <p:spPr/>
        <p:txBody>
          <a:bodyPr/>
          <a:lstStyle/>
          <a:p>
            <a:r>
              <a:t>Start Up Shujaa</a:t>
            </a:r>
          </a:p>
        </p:txBody>
      </p:sp>
      <p:sp>
        <p:nvSpPr>
          <p:cNvPr id="27" name="Text Placeholder 26"/>
          <p:cNvSpPr>
            <a:spLocks noGrp="1"/>
          </p:cNvSpPr>
          <p:nvPr>
            <p:ph type="body" idx="43" sz="quarter"/>
          </p:nvPr>
        </p:nvSpPr>
        <p:spPr/>
        <p:txBody>
          <a:bodyPr/>
          <a:lstStyle/>
          <a:p>
            <a:r>
              <a:rPr>
                <a:solidFill>
                  <a:srgbClr val="F06634"/>
                </a:solidFill>
              </a:rPr>
              <a:t>@start-up-shujaa</a:t>
            </a:r>
          </a:p>
        </p:txBody>
      </p:sp>
      <p:sp>
        <p:nvSpPr>
          <p:cNvPr id="28" name="Text Placeholder 27"/>
          <p:cNvSpPr>
            <a:spLocks noGrp="1"/>
          </p:cNvSpPr>
          <p:nvPr>
            <p:ph type="body" idx="44" sz="quarter"/>
          </p:nvPr>
        </p:nvSpPr>
        <p:spPr/>
        <p:txBody>
          <a:bodyPr/>
          <a:lstStyle/>
          <a:p>
            <a:r>
              <a:rPr>
                <a:solidFill>
                  <a:srgbClr val="666666"/>
                </a:solidFill>
              </a:rPr>
              <a:t> followers</a:t>
            </a:r>
          </a:p>
        </p:txBody>
      </p:sp>
      <p:pic>
        <p:nvPicPr>
          <p:cNvPr id="29" name="Picture Placeholder 28" descr="image.jpg"/>
          <p:cNvPicPr>
            <a:picLocks noGrp="1" noChangeAspect="1"/>
          </p:cNvPicPr>
          <p:nvPr>
            <p:ph type="pic" idx="45" sz="quarter"/>
          </p:nvPr>
        </p:nvPicPr>
        <p:blipFill>
          <a:blip r:embed="rId8"/>
          <a:srcRect t="8686" b="8686"/>
          <a:stretch>
            <a:fillRect/>
          </a:stretch>
        </p:blipFill>
        <p:spPr/>
      </p:pic>
      <p:sp>
        <p:nvSpPr>
          <p:cNvPr id="30" name="Text Placeholder 29"/>
          <p:cNvSpPr>
            <a:spLocks noGrp="1"/>
          </p:cNvSpPr>
          <p:nvPr>
            <p:ph type="body" idx="46" sz="quarter"/>
          </p:nvPr>
        </p:nvSpPr>
        <p:spPr/>
        <p:txBody>
          <a:bodyPr/>
          <a:lstStyle/>
          <a:p>
            <a:r>
              <a:t>Ananya Pal</a:t>
            </a:r>
          </a:p>
        </p:txBody>
      </p:sp>
      <p:sp>
        <p:nvSpPr>
          <p:cNvPr id="31" name="Text Placeholder 30"/>
          <p:cNvSpPr>
            <a:spLocks noGrp="1"/>
          </p:cNvSpPr>
          <p:nvPr>
            <p:ph type="body" idx="47" sz="quarter"/>
          </p:nvPr>
        </p:nvSpPr>
        <p:spPr/>
        <p:txBody>
          <a:bodyPr/>
          <a:lstStyle/>
          <a:p>
            <a:r>
              <a:rPr>
                <a:solidFill>
                  <a:srgbClr val="F06634"/>
                </a:solidFill>
              </a:rPr>
              <a:t>@ananya-d-pal</a:t>
            </a:r>
          </a:p>
        </p:txBody>
      </p:sp>
      <p:sp>
        <p:nvSpPr>
          <p:cNvPr id="32" name="Text Placeholder 31"/>
          <p:cNvSpPr>
            <a:spLocks noGrp="1"/>
          </p:cNvSpPr>
          <p:nvPr>
            <p:ph type="body" idx="48" sz="quarter"/>
          </p:nvPr>
        </p:nvSpPr>
        <p:spPr/>
        <p:txBody>
          <a:bodyPr/>
          <a:lstStyle/>
          <a:p>
            <a:r>
              <a:rPr>
                <a:solidFill>
                  <a:srgbClr val="666666"/>
                </a:solidFill>
              </a:rPr>
              <a:t> followers</a:t>
            </a:r>
          </a:p>
        </p:txBody>
      </p:sp>
      <p:pic>
        <p:nvPicPr>
          <p:cNvPr id="33" name="Picture Placeholder 32" descr="image.jpg"/>
          <p:cNvPicPr>
            <a:picLocks noGrp="1" noChangeAspect="1"/>
          </p:cNvPicPr>
          <p:nvPr>
            <p:ph type="pic" idx="49" sz="quarter"/>
          </p:nvPr>
        </p:nvPicPr>
        <p:blipFill>
          <a:blip r:embed="rId9"/>
          <a:srcRect t="8686" b="8686"/>
          <a:stretch>
            <a:fillRect/>
          </a:stretch>
        </p:blipFill>
        <p:spPr/>
      </p:pic>
      <p:sp>
        <p:nvSpPr>
          <p:cNvPr id="34" name="Text Placeholder 33"/>
          <p:cNvSpPr>
            <a:spLocks noGrp="1"/>
          </p:cNvSpPr>
          <p:nvPr>
            <p:ph type="body" idx="50" sz="quarter"/>
          </p:nvPr>
        </p:nvSpPr>
        <p:spPr/>
        <p:txBody>
          <a:bodyPr/>
          <a:lstStyle/>
          <a:p>
            <a:r>
              <a:t>Priscilla Kerebi</a:t>
            </a:r>
          </a:p>
        </p:txBody>
      </p:sp>
      <p:sp>
        <p:nvSpPr>
          <p:cNvPr id="35" name="Text Placeholder 34"/>
          <p:cNvSpPr>
            <a:spLocks noGrp="1"/>
          </p:cNvSpPr>
          <p:nvPr>
            <p:ph type="body" idx="51" sz="quarter"/>
          </p:nvPr>
        </p:nvSpPr>
        <p:spPr/>
        <p:txBody>
          <a:bodyPr/>
          <a:lstStyle/>
          <a:p>
            <a:r>
              <a:rPr>
                <a:solidFill>
                  <a:srgbClr val="F06634"/>
                </a:solidFill>
              </a:rPr>
              <a:t>@priscilla-kerebi-18a40558</a:t>
            </a:r>
          </a:p>
        </p:txBody>
      </p:sp>
      <p:sp>
        <p:nvSpPr>
          <p:cNvPr id="36" name="Text Placeholder 35"/>
          <p:cNvSpPr>
            <a:spLocks noGrp="1"/>
          </p:cNvSpPr>
          <p:nvPr>
            <p:ph type="body" idx="52" sz="quarter"/>
          </p:nvPr>
        </p:nvSpPr>
        <p:spPr/>
        <p:txBody>
          <a:bodyPr/>
          <a:lstStyle/>
          <a:p>
            <a:r>
              <a:rPr>
                <a:solidFill>
                  <a:srgbClr val="666666"/>
                </a:solidFill>
              </a:rPr>
              <a:t> followers</a:t>
            </a:r>
          </a:p>
        </p:txBody>
      </p:sp>
      <p:pic>
        <p:nvPicPr>
          <p:cNvPr id="37" name="Picture Placeholder 36" descr="image.jpg"/>
          <p:cNvPicPr>
            <a:picLocks noGrp="1" noChangeAspect="1"/>
          </p:cNvPicPr>
          <p:nvPr>
            <p:ph type="pic" idx="53" sz="quarter"/>
          </p:nvPr>
        </p:nvPicPr>
        <p:blipFill>
          <a:blip r:embed="rId10"/>
          <a:srcRect t="8686" b="8686"/>
          <a:stretch>
            <a:fillRect/>
          </a:stretch>
        </p:blipFill>
        <p:spPr/>
      </p:pic>
      <p:sp>
        <p:nvSpPr>
          <p:cNvPr id="38" name="Text Placeholder 37"/>
          <p:cNvSpPr>
            <a:spLocks noGrp="1"/>
          </p:cNvSpPr>
          <p:nvPr>
            <p:ph type="body" idx="54" sz="quarter"/>
          </p:nvPr>
        </p:nvSpPr>
        <p:spPr/>
        <p:txBody>
          <a:bodyPr/>
          <a:lstStyle/>
          <a:p>
            <a:r>
              <a:t>CPA Dauglas Muhati, MKIM, MIHRM</a:t>
            </a:r>
          </a:p>
        </p:txBody>
      </p:sp>
      <p:sp>
        <p:nvSpPr>
          <p:cNvPr id="39" name="Text Placeholder 38"/>
          <p:cNvSpPr>
            <a:spLocks noGrp="1"/>
          </p:cNvSpPr>
          <p:nvPr>
            <p:ph type="body" idx="55" sz="quarter"/>
          </p:nvPr>
        </p:nvSpPr>
        <p:spPr/>
        <p:txBody>
          <a:bodyPr/>
          <a:lstStyle/>
          <a:p>
            <a:r>
              <a:rPr>
                <a:solidFill>
                  <a:srgbClr val="F06634"/>
                </a:solidFill>
              </a:rPr>
              <a:t>@daggy</a:t>
            </a:r>
          </a:p>
        </p:txBody>
      </p:sp>
      <p:sp>
        <p:nvSpPr>
          <p:cNvPr id="40" name="Text Placeholder 39"/>
          <p:cNvSpPr>
            <a:spLocks noGrp="1"/>
          </p:cNvSpPr>
          <p:nvPr>
            <p:ph type="body" idx="56" sz="quarter"/>
          </p:nvPr>
        </p:nvSpPr>
        <p:spPr/>
        <p:txBody>
          <a:bodyPr/>
          <a:lstStyle/>
          <a:p>
            <a:r>
              <a:rPr>
                <a:solidFill>
                  <a:srgbClr val="666666"/>
                </a:solidFill>
              </a:rPr>
              <a:t> followers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0" y="0"/>
            <a:ext cx="12192000" cy="182880"/>
          </a:xfrm>
          <a:prstGeom prst="rect">
            <a:avLst/>
          </a:prstGeom>
          <a:solidFill>
            <a:srgbClr val="F0663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>
                <a:solidFill>
                  <a:srgbClr val="F06634"/>
                </a:solidFill>
              </a:rPr>
              <a:t>TWITTER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Report For: 01 April 2025</a:t>
            </a:r>
          </a:p>
        </p:txBody>
      </p:sp>
      <p:pic>
        <p:nvPicPr>
          <p:cNvPr id="3" name="Picture Placeholder 2" descr="image.png"/>
          <p:cNvPicPr>
            <a:picLocks noGrp="1" noChangeAspect="1"/>
          </p:cNvPicPr>
          <p:nvPr>
            <p:ph type="pic" idx="12" sz="quarter"/>
          </p:nvPr>
        </p:nvPicPr>
        <p:blipFill>
          <a:blip r:embed="rId2"/>
          <a:srcRect l="271" r="271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rPr>
                <a:solidFill>
                  <a:srgbClr val="F06634"/>
                </a:solidFill>
              </a:rPr>
              <a:t>VOLUME OF MENTIONS - TWITTER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/>
        </p:txBody>
      </p:sp>
      <p:sp>
        <p:nvSpPr>
          <p:cNvPr id="6" name="Text Placeholder 5"/>
          <p:cNvSpPr>
            <a:spLocks noGrp="1"/>
          </p:cNvSpPr>
          <p:nvPr>
            <p:ph type="body" idx="22" sz="quarter"/>
          </p:nvPr>
        </p:nvSpPr>
        <p:spPr/>
        <p:txBody>
          <a:bodyPr/>
          <a:lstStyle/>
          <a:p/>
        </p:txBody>
      </p:sp>
      <p:graphicFrame>
        <p:nvGraphicFramePr>
          <p:cNvPr id="7" name="Chart Placeholder 6"/>
          <p:cNvGraphicFramePr>
            <a:graphicFrameLocks noGrp="1"/>
          </p:cNvGraphicFramePr>
          <p:nvPr>
            <p:ph type="chart" idx="23" sz="quarter"/>
          </p:nvPr>
        </p:nvGraphicFramePr>
        <p:xfrm>
          <a:off x="835025" y="2157413"/>
          <a:ext cx="10734675" cy="3146425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0"/>
            <a:ext cx="12192000" cy="182880"/>
          </a:xfrm>
          <a:prstGeom prst="rect">
            <a:avLst/>
          </a:prstGeom>
          <a:solidFill>
            <a:srgbClr val="F0663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rPr>
                <a:solidFill>
                  <a:srgbClr val="F06634"/>
                </a:solidFill>
              </a:rPr>
              <a:t>SENTIMENT ANALYSIS - TWITTER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/>
        </p:txBody>
      </p:sp>
      <p:sp>
        <p:nvSpPr>
          <p:cNvPr id="4" name="Text Placeholder 3"/>
          <p:cNvSpPr>
            <a:spLocks noGrp="1"/>
          </p:cNvSpPr>
          <p:nvPr>
            <p:ph type="body" idx="22" sz="quarter"/>
          </p:nvPr>
        </p:nvSpPr>
        <p:spPr/>
        <p:txBody>
          <a:bodyPr/>
          <a:lstStyle/>
          <a:p/>
        </p:txBody>
      </p:sp>
      <p:graphicFrame>
        <p:nvGraphicFramePr>
          <p:cNvPr id="5" name="Chart Placeholder 4"/>
          <p:cNvGraphicFramePr>
            <a:graphicFrameLocks noGrp="1"/>
          </p:cNvGraphicFramePr>
          <p:nvPr>
            <p:ph type="chart" idx="24" sz="quarter"/>
          </p:nvPr>
        </p:nvGraphicFramePr>
        <p:xfrm>
          <a:off x="5314422" y="2388173"/>
          <a:ext cx="6255785" cy="29337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Text Placeholder 5"/>
          <p:cNvSpPr>
            <a:spLocks noGrp="1"/>
          </p:cNvSpPr>
          <p:nvPr>
            <p:ph type="body" idx="25" sz="quarter"/>
          </p:nvPr>
        </p:nvSpPr>
        <p:spPr/>
        <p:txBody>
          <a:bodyPr/>
          <a:lstStyle/>
          <a:p>
            <a:r>
              <a:t>24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26" sz="quarter"/>
          </p:nvPr>
        </p:nvSpPr>
        <p:spPr/>
        <p:txBody>
          <a:bodyPr/>
          <a:lstStyle/>
          <a:p>
            <a:r>
              <a:rPr>
                <a:solidFill>
                  <a:srgbClr val="43B02A"/>
                </a:solidFill>
              </a:rPr>
              <a:t>14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27" sz="quarter"/>
          </p:nvPr>
        </p:nvSpPr>
        <p:spPr/>
        <p:txBody>
          <a:bodyPr/>
          <a:lstStyle/>
          <a:p>
            <a:r>
              <a:rPr>
                <a:solidFill>
                  <a:srgbClr val="FF4444"/>
                </a:solidFill>
              </a:rPr>
              <a:t>7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idx="28" sz="quarter"/>
          </p:nvPr>
        </p:nvSpPr>
        <p:spPr/>
        <p:txBody>
          <a:bodyPr/>
          <a:lstStyle/>
          <a:p>
            <a:r>
              <a:rPr>
                <a:solidFill>
                  <a:srgbClr val="808080"/>
                </a:solidFill>
              </a:rPr>
              <a:t>3</a:t>
            </a:r>
          </a:p>
        </p:txBody>
      </p:sp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Report For: 01 April 2025</a:t>
            </a:r>
          </a:p>
        </p:txBody>
      </p:sp>
      <p:pic>
        <p:nvPicPr>
          <p:cNvPr id="11" name="Picture Placeholder 10" descr="image.png"/>
          <p:cNvPicPr>
            <a:picLocks noGrp="1" noChangeAspect="1"/>
          </p:cNvPicPr>
          <p:nvPr>
            <p:ph type="pic" idx="12" sz="quarter"/>
          </p:nvPr>
        </p:nvPicPr>
        <p:blipFill>
          <a:blip r:embed="rId2"/>
          <a:srcRect l="271" r="271"/>
          <a:stretch>
            <a:fillRect/>
          </a:stretch>
        </p:blipFill>
        <p:spPr/>
      </p:pic>
      <p:sp>
        <p:nvSpPr>
          <p:cNvPr id="12" name="Rectangle 11"/>
          <p:cNvSpPr/>
          <p:nvPr/>
        </p:nvSpPr>
        <p:spPr>
          <a:xfrm>
            <a:off x="0" y="0"/>
            <a:ext cx="12192000" cy="182880"/>
          </a:xfrm>
          <a:prstGeom prst="rect">
            <a:avLst/>
          </a:prstGeom>
          <a:solidFill>
            <a:srgbClr val="F0663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Report For: 01 April 2025</a:t>
            </a:r>
          </a:p>
        </p:txBody>
      </p:sp>
      <p:pic>
        <p:nvPicPr>
          <p:cNvPr id="3" name="Picture Placeholder 2" descr="image.png"/>
          <p:cNvPicPr>
            <a:picLocks noGrp="1" noChangeAspect="1"/>
          </p:cNvPicPr>
          <p:nvPr>
            <p:ph type="pic" idx="12" sz="quarter"/>
          </p:nvPr>
        </p:nvPicPr>
        <p:blipFill>
          <a:blip r:embed="rId2"/>
          <a:srcRect l="271" r="271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rPr>
                <a:solidFill>
                  <a:srgbClr val="F06634"/>
                </a:solidFill>
              </a:rPr>
              <a:t>TRENDING TOPICS AND KEYWORDS - TWITTER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/>
        </p:txBody>
      </p:sp>
      <p:pic>
        <p:nvPicPr>
          <p:cNvPr id="6" name="Picture Placeholder 5" descr="image.png"/>
          <p:cNvPicPr>
            <a:picLocks noGrp="1" noChangeAspect="1"/>
          </p:cNvPicPr>
          <p:nvPr>
            <p:ph type="pic" idx="11" sz="quarter"/>
          </p:nvPr>
        </p:nvPicPr>
        <p:blipFill>
          <a:blip r:embed="rId3"/>
          <a:srcRect l="6822" r="6822"/>
          <a:stretch>
            <a:fillRect/>
          </a:stretch>
        </p:blipFill>
        <p:spPr>
          <a:xfrm>
            <a:ext cx="6185408" cy="4123605"/>
          </a:xfrm>
        </p:spPr>
      </p:pic>
      <p:sp>
        <p:nvSpPr>
          <p:cNvPr id="7" name="Rectangle 6"/>
          <p:cNvSpPr/>
          <p:nvPr/>
        </p:nvSpPr>
        <p:spPr>
          <a:xfrm>
            <a:off x="0" y="0"/>
            <a:ext cx="12192000" cy="182880"/>
          </a:xfrm>
          <a:prstGeom prst="rect">
            <a:avLst/>
          </a:prstGeom>
          <a:solidFill>
            <a:srgbClr val="F0663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Placeholder 1" descr="image.png"/>
          <p:cNvPicPr>
            <a:picLocks noGrp="1" noChangeAspect="1"/>
          </p:cNvPicPr>
          <p:nvPr>
            <p:ph type="pic" idx="11" sz="quarter"/>
          </p:nvPr>
        </p:nvPicPr>
        <p:blipFill>
          <a:blip r:embed="rId3"/>
          <a:srcRect t="8686" b="8686"/>
          <a:stretch>
            <a:fillRect/>
          </a:stretch>
        </p:blipFill>
        <p:spPr/>
      </p:pic>
      <p:sp>
        <p:nvSpPr>
          <p:cNvPr id="3" name="Text Placeholder 2"/>
          <p:cNvSpPr>
            <a:spLocks noGrp="1"/>
          </p:cNvSpPr>
          <p:nvPr>
            <p:ph type="body" idx="22" sz="quarter"/>
          </p:nvPr>
        </p:nvSpPr>
        <p:spPr/>
        <p:txBody>
          <a:bodyPr/>
          <a:lstStyle/>
          <a:p>
            <a:r>
              <a:t>ICPAK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3" sz="quarter"/>
          </p:nvPr>
        </p:nvSpPr>
        <p:spPr/>
        <p:txBody>
          <a:bodyPr/>
          <a:lstStyle/>
          <a:p>
            <a:r>
              <a:rPr>
                <a:solidFill>
                  <a:srgbClr val="F06634"/>
                </a:solidFill>
              </a:rPr>
              <a:t>@ICPAK_Kenya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4" sz="quarter"/>
          </p:nvPr>
        </p:nvSpPr>
        <p:spPr/>
        <p:txBody>
          <a:bodyPr/>
          <a:lstStyle/>
          <a:p>
            <a:r>
              <a:rPr>
                <a:solidFill>
                  <a:srgbClr val="666666"/>
                </a:solidFill>
              </a:rPr>
              <a:t> followers</a:t>
            </a:r>
          </a:p>
        </p:txBody>
      </p:sp>
      <p:pic>
        <p:nvPicPr>
          <p:cNvPr id="6" name="Picture Placeholder 5" descr="image.png"/>
          <p:cNvPicPr>
            <a:picLocks noGrp="1" noChangeAspect="1"/>
          </p:cNvPicPr>
          <p:nvPr>
            <p:ph type="pic" idx="21" sz="quarter"/>
          </p:nvPr>
        </p:nvPicPr>
        <p:blipFill>
          <a:blip r:embed="rId2"/>
          <a:srcRect l="271" r="271"/>
          <a:stretch>
            <a:fillRect/>
          </a:stretch>
        </p:blipFill>
        <p:spPr/>
      </p:pic>
      <p:sp>
        <p:nvSpPr>
          <p:cNvPr id="7" name="Text Placeholder 6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rPr>
                <a:solidFill>
                  <a:srgbClr val="F06634"/>
                </a:solidFill>
              </a:rPr>
              <a:t>TOP INFLUENCERS - TWITTER</a:t>
            </a:r>
          </a:p>
        </p:txBody>
      </p:sp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Report For: 01 April 2025</a:t>
            </a:r>
          </a:p>
        </p:txBody>
      </p:sp>
      <p:pic>
        <p:nvPicPr>
          <p:cNvPr id="9" name="Picture Placeholder 8" descr="image.jpg"/>
          <p:cNvPicPr>
            <a:picLocks noGrp="1" noChangeAspect="1"/>
          </p:cNvPicPr>
          <p:nvPr>
            <p:ph type="pic" idx="25" sz="quarter"/>
          </p:nvPr>
        </p:nvPicPr>
        <p:blipFill>
          <a:blip r:embed="rId4"/>
          <a:srcRect t="8686" b="8686"/>
          <a:stretch>
            <a:fillRect/>
          </a:stretch>
        </p:blipFill>
        <p:spPr/>
      </p:pic>
      <p:sp>
        <p:nvSpPr>
          <p:cNvPr id="10" name="Text Placeholder 9"/>
          <p:cNvSpPr>
            <a:spLocks noGrp="1"/>
          </p:cNvSpPr>
          <p:nvPr>
            <p:ph type="body" idx="26" sz="quarter"/>
          </p:nvPr>
        </p:nvSpPr>
        <p:spPr/>
        <p:txBody>
          <a:bodyPr/>
          <a:lstStyle/>
          <a:p>
            <a:r>
              <a:t>VisionONE Access</a:t>
            </a:r>
          </a:p>
        </p:txBody>
      </p:sp>
      <p:sp>
        <p:nvSpPr>
          <p:cNvPr id="11" name="Text Placeholder 10"/>
          <p:cNvSpPr>
            <a:spLocks noGrp="1"/>
          </p:cNvSpPr>
          <p:nvPr>
            <p:ph type="body" idx="27" sz="quarter"/>
          </p:nvPr>
        </p:nvSpPr>
        <p:spPr/>
        <p:txBody>
          <a:bodyPr/>
          <a:lstStyle/>
          <a:p>
            <a:r>
              <a:rPr>
                <a:solidFill>
                  <a:srgbClr val="F06634"/>
                </a:solidFill>
              </a:rPr>
              <a:t>@visiononeaccess</a:t>
            </a:r>
          </a:p>
        </p:txBody>
      </p:sp>
      <p:sp>
        <p:nvSpPr>
          <p:cNvPr id="12" name="Text Placeholder 11"/>
          <p:cNvSpPr>
            <a:spLocks noGrp="1"/>
          </p:cNvSpPr>
          <p:nvPr>
            <p:ph type="body" idx="28" sz="quarter"/>
          </p:nvPr>
        </p:nvSpPr>
        <p:spPr/>
        <p:txBody>
          <a:bodyPr/>
          <a:lstStyle/>
          <a:p>
            <a:r>
              <a:rPr>
                <a:solidFill>
                  <a:srgbClr val="666666"/>
                </a:solidFill>
              </a:rPr>
              <a:t> followers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0" y="0"/>
            <a:ext cx="12192000" cy="182880"/>
          </a:xfrm>
          <a:prstGeom prst="rect">
            <a:avLst/>
          </a:prstGeom>
          <a:solidFill>
            <a:srgbClr val="F0663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>
                <a:solidFill>
                  <a:srgbClr val="F06634"/>
                </a:solidFill>
              </a:rPr>
              <a:t>TIKTOK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Report For: 01 April 2025</a:t>
            </a:r>
          </a:p>
        </p:txBody>
      </p:sp>
      <p:pic>
        <p:nvPicPr>
          <p:cNvPr id="3" name="Picture Placeholder 2" descr="image.png"/>
          <p:cNvPicPr>
            <a:picLocks noGrp="1" noChangeAspect="1"/>
          </p:cNvPicPr>
          <p:nvPr>
            <p:ph type="pic" idx="12" sz="quarter"/>
          </p:nvPr>
        </p:nvPicPr>
        <p:blipFill>
          <a:blip r:embed="rId2"/>
          <a:srcRect l="271" r="271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rPr>
                <a:solidFill>
                  <a:srgbClr val="F06634"/>
                </a:solidFill>
              </a:rPr>
              <a:t>VOLUME OF MENTIONS - TIKTOK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/>
        </p:txBody>
      </p:sp>
      <p:sp>
        <p:nvSpPr>
          <p:cNvPr id="6" name="Text Placeholder 5"/>
          <p:cNvSpPr>
            <a:spLocks noGrp="1"/>
          </p:cNvSpPr>
          <p:nvPr>
            <p:ph type="body" idx="22" sz="quarter"/>
          </p:nvPr>
        </p:nvSpPr>
        <p:spPr/>
        <p:txBody>
          <a:bodyPr/>
          <a:lstStyle/>
          <a:p/>
        </p:txBody>
      </p:sp>
      <p:graphicFrame>
        <p:nvGraphicFramePr>
          <p:cNvPr id="7" name="Chart Placeholder 6"/>
          <p:cNvGraphicFramePr>
            <a:graphicFrameLocks noGrp="1"/>
          </p:cNvGraphicFramePr>
          <p:nvPr>
            <p:ph type="chart" idx="23" sz="quarter"/>
          </p:nvPr>
        </p:nvGraphicFramePr>
        <p:xfrm>
          <a:off x="835025" y="2157413"/>
          <a:ext cx="10734675" cy="3146425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0"/>
            <a:ext cx="12192000" cy="182880"/>
          </a:xfrm>
          <a:prstGeom prst="rect">
            <a:avLst/>
          </a:prstGeom>
          <a:solidFill>
            <a:srgbClr val="F0663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rPr>
                <a:solidFill>
                  <a:srgbClr val="F06634"/>
                </a:solidFill>
              </a:rPr>
              <a:t>SENTIMENT ANALYSIS - TIKTOK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/>
        </p:txBody>
      </p:sp>
      <p:sp>
        <p:nvSpPr>
          <p:cNvPr id="4" name="Text Placeholder 3"/>
          <p:cNvSpPr>
            <a:spLocks noGrp="1"/>
          </p:cNvSpPr>
          <p:nvPr>
            <p:ph type="body" idx="22" sz="quarter"/>
          </p:nvPr>
        </p:nvSpPr>
        <p:spPr/>
        <p:txBody>
          <a:bodyPr/>
          <a:lstStyle/>
          <a:p/>
        </p:txBody>
      </p:sp>
      <p:graphicFrame>
        <p:nvGraphicFramePr>
          <p:cNvPr id="5" name="Chart Placeholder 4"/>
          <p:cNvGraphicFramePr>
            <a:graphicFrameLocks noGrp="1"/>
          </p:cNvGraphicFramePr>
          <p:nvPr>
            <p:ph type="chart" idx="24" sz="quarter"/>
          </p:nvPr>
        </p:nvGraphicFramePr>
        <p:xfrm>
          <a:off x="5314422" y="2388173"/>
          <a:ext cx="6255785" cy="29337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Text Placeholder 5"/>
          <p:cNvSpPr>
            <a:spLocks noGrp="1"/>
          </p:cNvSpPr>
          <p:nvPr>
            <p:ph type="body" idx="25" sz="quarter"/>
          </p:nvPr>
        </p:nvSpPr>
        <p:spPr/>
        <p:txBody>
          <a:bodyPr/>
          <a:lstStyle/>
          <a:p>
            <a:r>
              <a:t>100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26" sz="quarter"/>
          </p:nvPr>
        </p:nvSpPr>
        <p:spPr/>
        <p:txBody>
          <a:bodyPr/>
          <a:lstStyle/>
          <a:p>
            <a:r>
              <a:rPr>
                <a:solidFill>
                  <a:srgbClr val="43B02A"/>
                </a:solidFill>
              </a:rPr>
              <a:t>17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27" sz="quarter"/>
          </p:nvPr>
        </p:nvSpPr>
        <p:spPr/>
        <p:txBody>
          <a:bodyPr/>
          <a:lstStyle/>
          <a:p>
            <a:r>
              <a:rPr>
                <a:solidFill>
                  <a:srgbClr val="FF4444"/>
                </a:solidFill>
              </a:rPr>
              <a:t>7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idx="28" sz="quarter"/>
          </p:nvPr>
        </p:nvSpPr>
        <p:spPr/>
        <p:txBody>
          <a:bodyPr/>
          <a:lstStyle/>
          <a:p>
            <a:r>
              <a:rPr>
                <a:solidFill>
                  <a:srgbClr val="808080"/>
                </a:solidFill>
              </a:rPr>
              <a:t>76</a:t>
            </a:r>
          </a:p>
        </p:txBody>
      </p:sp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Report For: 01 April 2025</a:t>
            </a:r>
          </a:p>
        </p:txBody>
      </p:sp>
      <p:pic>
        <p:nvPicPr>
          <p:cNvPr id="11" name="Picture Placeholder 10" descr="image.png"/>
          <p:cNvPicPr>
            <a:picLocks noGrp="1" noChangeAspect="1"/>
          </p:cNvPicPr>
          <p:nvPr>
            <p:ph type="pic" idx="12" sz="quarter"/>
          </p:nvPr>
        </p:nvPicPr>
        <p:blipFill>
          <a:blip r:embed="rId2"/>
          <a:srcRect l="271" r="271"/>
          <a:stretch>
            <a:fillRect/>
          </a:stretch>
        </p:blipFill>
        <p:spPr/>
      </p:pic>
      <p:sp>
        <p:nvSpPr>
          <p:cNvPr id="12" name="Rectangle 11"/>
          <p:cNvSpPr/>
          <p:nvPr/>
        </p:nvSpPr>
        <p:spPr>
          <a:xfrm>
            <a:off x="0" y="0"/>
            <a:ext cx="12192000" cy="182880"/>
          </a:xfrm>
          <a:prstGeom prst="rect">
            <a:avLst/>
          </a:prstGeom>
          <a:solidFill>
            <a:srgbClr val="F0663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Report For: 01 April 2025</a:t>
            </a:r>
          </a:p>
        </p:txBody>
      </p:sp>
      <p:pic>
        <p:nvPicPr>
          <p:cNvPr id="3" name="Picture Placeholder 2" descr="image.png"/>
          <p:cNvPicPr>
            <a:picLocks noGrp="1" noChangeAspect="1"/>
          </p:cNvPicPr>
          <p:nvPr>
            <p:ph type="pic" idx="12" sz="quarter"/>
          </p:nvPr>
        </p:nvPicPr>
        <p:blipFill>
          <a:blip r:embed="rId2"/>
          <a:srcRect l="271" r="271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rPr>
                <a:solidFill>
                  <a:srgbClr val="F06634"/>
                </a:solidFill>
              </a:rPr>
              <a:t>TRENDING TOPICS AND KEYWORDS - TIKTOK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/>
        </p:txBody>
      </p:sp>
      <p:pic>
        <p:nvPicPr>
          <p:cNvPr id="6" name="Picture Placeholder 5" descr="image.png"/>
          <p:cNvPicPr>
            <a:picLocks noGrp="1" noChangeAspect="1"/>
          </p:cNvPicPr>
          <p:nvPr>
            <p:ph type="pic" idx="11" sz="quarter"/>
          </p:nvPr>
        </p:nvPicPr>
        <p:blipFill>
          <a:blip r:embed="rId3"/>
          <a:srcRect l="6822" r="6822"/>
          <a:stretch>
            <a:fillRect/>
          </a:stretch>
        </p:blipFill>
        <p:spPr>
          <a:xfrm>
            <a:ext cx="6185408" cy="4123605"/>
          </a:xfrm>
        </p:spPr>
      </p:pic>
      <p:sp>
        <p:nvSpPr>
          <p:cNvPr id="7" name="Rectangle 6"/>
          <p:cNvSpPr/>
          <p:nvPr/>
        </p:nvSpPr>
        <p:spPr>
          <a:xfrm>
            <a:off x="0" y="0"/>
            <a:ext cx="12192000" cy="182880"/>
          </a:xfrm>
          <a:prstGeom prst="rect">
            <a:avLst/>
          </a:prstGeom>
          <a:solidFill>
            <a:srgbClr val="F0663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Placeholder 1" descr="image.jpg"/>
          <p:cNvPicPr>
            <a:picLocks noGrp="1" noChangeAspect="1"/>
          </p:cNvPicPr>
          <p:nvPr>
            <p:ph type="pic" idx="11" sz="quarter"/>
          </p:nvPr>
        </p:nvPicPr>
        <p:blipFill>
          <a:blip r:embed="rId3"/>
          <a:srcRect t="8686" b="8686"/>
          <a:stretch>
            <a:fillRect/>
          </a:stretch>
        </p:blipFill>
        <p:spPr/>
      </p:pic>
      <p:sp>
        <p:nvSpPr>
          <p:cNvPr id="3" name="Text Placeholder 2"/>
          <p:cNvSpPr>
            <a:spLocks noGrp="1"/>
          </p:cNvSpPr>
          <p:nvPr>
            <p:ph type="body" idx="22" sz="quarter"/>
          </p:nvPr>
        </p:nvSpPr>
        <p:spPr/>
        <p:txBody>
          <a:bodyPr/>
          <a:lstStyle/>
          <a:p/>
        </p:txBody>
      </p:sp>
      <p:sp>
        <p:nvSpPr>
          <p:cNvPr id="4" name="Text Placeholder 3"/>
          <p:cNvSpPr>
            <a:spLocks noGrp="1"/>
          </p:cNvSpPr>
          <p:nvPr>
            <p:ph type="body" idx="23" sz="quarter"/>
          </p:nvPr>
        </p:nvSpPr>
        <p:spPr/>
        <p:txBody>
          <a:bodyPr/>
          <a:lstStyle/>
          <a:p>
            <a:r>
              <a:rPr>
                <a:solidFill>
                  <a:srgbClr val="F06634"/>
                </a:solidFill>
              </a:rPr>
              <a:t>@lizkalunda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4" sz="quarter"/>
          </p:nvPr>
        </p:nvSpPr>
        <p:spPr/>
        <p:txBody>
          <a:bodyPr/>
          <a:lstStyle/>
          <a:p>
            <a:r>
              <a:rPr>
                <a:solidFill>
                  <a:srgbClr val="666666"/>
                </a:solidFill>
              </a:rPr>
              <a:t> followers</a:t>
            </a:r>
          </a:p>
        </p:txBody>
      </p:sp>
      <p:pic>
        <p:nvPicPr>
          <p:cNvPr id="6" name="Picture Placeholder 5" descr="image.png"/>
          <p:cNvPicPr>
            <a:picLocks noGrp="1" noChangeAspect="1"/>
          </p:cNvPicPr>
          <p:nvPr>
            <p:ph type="pic" idx="21" sz="quarter"/>
          </p:nvPr>
        </p:nvPicPr>
        <p:blipFill>
          <a:blip r:embed="rId2"/>
          <a:srcRect l="271" r="271"/>
          <a:stretch>
            <a:fillRect/>
          </a:stretch>
        </p:blipFill>
        <p:spPr/>
      </p:pic>
      <p:sp>
        <p:nvSpPr>
          <p:cNvPr id="7" name="Text Placeholder 6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rPr>
                <a:solidFill>
                  <a:srgbClr val="F06634"/>
                </a:solidFill>
              </a:rPr>
              <a:t>TOP INFLUENCERS - TIKTOK</a:t>
            </a:r>
          </a:p>
        </p:txBody>
      </p:sp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Report For: 01 April 2025</a:t>
            </a:r>
          </a:p>
        </p:txBody>
      </p:sp>
      <p:pic>
        <p:nvPicPr>
          <p:cNvPr id="9" name="Picture Placeholder 8" descr="image.jpg"/>
          <p:cNvPicPr>
            <a:picLocks noGrp="1" noChangeAspect="1"/>
          </p:cNvPicPr>
          <p:nvPr>
            <p:ph type="pic" idx="25" sz="quarter"/>
          </p:nvPr>
        </p:nvPicPr>
        <p:blipFill>
          <a:blip r:embed="rId4"/>
          <a:srcRect t="8686" b="8686"/>
          <a:stretch>
            <a:fillRect/>
          </a:stretch>
        </p:blipFill>
        <p:spPr/>
      </p:pic>
      <p:sp>
        <p:nvSpPr>
          <p:cNvPr id="10" name="Text Placeholder 9"/>
          <p:cNvSpPr>
            <a:spLocks noGrp="1"/>
          </p:cNvSpPr>
          <p:nvPr>
            <p:ph type="body" idx="26" sz="quarter"/>
          </p:nvPr>
        </p:nvSpPr>
        <p:spPr/>
        <p:txBody>
          <a:bodyPr/>
          <a:lstStyle/>
          <a:p/>
        </p:txBody>
      </p:sp>
      <p:sp>
        <p:nvSpPr>
          <p:cNvPr id="11" name="Text Placeholder 10"/>
          <p:cNvSpPr>
            <a:spLocks noGrp="1"/>
          </p:cNvSpPr>
          <p:nvPr>
            <p:ph type="body" idx="27" sz="quarter"/>
          </p:nvPr>
        </p:nvSpPr>
        <p:spPr/>
        <p:txBody>
          <a:bodyPr/>
          <a:lstStyle/>
          <a:p>
            <a:r>
              <a:rPr>
                <a:solidFill>
                  <a:srgbClr val="F06634"/>
                </a:solidFill>
              </a:rPr>
              <a:t>@getthepointmedia</a:t>
            </a:r>
          </a:p>
        </p:txBody>
      </p:sp>
      <p:sp>
        <p:nvSpPr>
          <p:cNvPr id="12" name="Text Placeholder 11"/>
          <p:cNvSpPr>
            <a:spLocks noGrp="1"/>
          </p:cNvSpPr>
          <p:nvPr>
            <p:ph type="body" idx="28" sz="quarter"/>
          </p:nvPr>
        </p:nvSpPr>
        <p:spPr/>
        <p:txBody>
          <a:bodyPr/>
          <a:lstStyle/>
          <a:p>
            <a:r>
              <a:rPr>
                <a:solidFill>
                  <a:srgbClr val="666666"/>
                </a:solidFill>
              </a:rPr>
              <a:t> followers</a:t>
            </a:r>
          </a:p>
        </p:txBody>
      </p:sp>
      <p:pic>
        <p:nvPicPr>
          <p:cNvPr id="13" name="Picture Placeholder 12" descr="image.jpg"/>
          <p:cNvPicPr>
            <a:picLocks noGrp="1" noChangeAspect="1"/>
          </p:cNvPicPr>
          <p:nvPr>
            <p:ph type="pic" idx="29" sz="quarter"/>
          </p:nvPr>
        </p:nvPicPr>
        <p:blipFill>
          <a:blip r:embed="rId5"/>
          <a:srcRect t="8686" b="8686"/>
          <a:stretch>
            <a:fillRect/>
          </a:stretch>
        </p:blipFill>
        <p:spPr/>
      </p:pic>
      <p:sp>
        <p:nvSpPr>
          <p:cNvPr id="14" name="Text Placeholder 13"/>
          <p:cNvSpPr>
            <a:spLocks noGrp="1"/>
          </p:cNvSpPr>
          <p:nvPr>
            <p:ph type="body" idx="30" sz="quarter"/>
          </p:nvPr>
        </p:nvSpPr>
        <p:spPr/>
        <p:txBody>
          <a:bodyPr/>
          <a:lstStyle/>
          <a:p/>
        </p:txBody>
      </p:sp>
      <p:sp>
        <p:nvSpPr>
          <p:cNvPr id="15" name="Text Placeholder 14"/>
          <p:cNvSpPr>
            <a:spLocks noGrp="1"/>
          </p:cNvSpPr>
          <p:nvPr>
            <p:ph type="body" idx="31" sz="quarter"/>
          </p:nvPr>
        </p:nvSpPr>
        <p:spPr/>
        <p:txBody>
          <a:bodyPr/>
          <a:lstStyle/>
          <a:p>
            <a:r>
              <a:rPr>
                <a:solidFill>
                  <a:srgbClr val="F06634"/>
                </a:solidFill>
              </a:rPr>
              <a:t>@phyllismotangi</a:t>
            </a:r>
          </a:p>
        </p:txBody>
      </p:sp>
      <p:sp>
        <p:nvSpPr>
          <p:cNvPr id="16" name="Text Placeholder 15"/>
          <p:cNvSpPr>
            <a:spLocks noGrp="1"/>
          </p:cNvSpPr>
          <p:nvPr>
            <p:ph type="body" idx="32" sz="quarter"/>
          </p:nvPr>
        </p:nvSpPr>
        <p:spPr/>
        <p:txBody>
          <a:bodyPr/>
          <a:lstStyle/>
          <a:p>
            <a:r>
              <a:rPr>
                <a:solidFill>
                  <a:srgbClr val="666666"/>
                </a:solidFill>
              </a:rPr>
              <a:t> followers</a:t>
            </a:r>
          </a:p>
        </p:txBody>
      </p:sp>
      <p:pic>
        <p:nvPicPr>
          <p:cNvPr id="17" name="Picture Placeholder 16" descr="image.jpg"/>
          <p:cNvPicPr>
            <a:picLocks noGrp="1" noChangeAspect="1"/>
          </p:cNvPicPr>
          <p:nvPr>
            <p:ph type="pic" idx="33" sz="quarter"/>
          </p:nvPr>
        </p:nvPicPr>
        <p:blipFill>
          <a:blip r:embed="rId6"/>
          <a:srcRect t="8686" b="8686"/>
          <a:stretch>
            <a:fillRect/>
          </a:stretch>
        </p:blipFill>
        <p:spPr/>
      </p:pic>
      <p:sp>
        <p:nvSpPr>
          <p:cNvPr id="18" name="Text Placeholder 17"/>
          <p:cNvSpPr>
            <a:spLocks noGrp="1"/>
          </p:cNvSpPr>
          <p:nvPr>
            <p:ph type="body" idx="34" sz="quarter"/>
          </p:nvPr>
        </p:nvSpPr>
        <p:spPr/>
        <p:txBody>
          <a:bodyPr/>
          <a:lstStyle/>
          <a:p/>
        </p:txBody>
      </p:sp>
      <p:sp>
        <p:nvSpPr>
          <p:cNvPr id="19" name="Text Placeholder 18"/>
          <p:cNvSpPr>
            <a:spLocks noGrp="1"/>
          </p:cNvSpPr>
          <p:nvPr>
            <p:ph type="body" idx="35" sz="quarter"/>
          </p:nvPr>
        </p:nvSpPr>
        <p:spPr/>
        <p:txBody>
          <a:bodyPr/>
          <a:lstStyle/>
          <a:p>
            <a:r>
              <a:rPr>
                <a:solidFill>
                  <a:srgbClr val="F06634"/>
                </a:solidFill>
              </a:rPr>
              <a:t>@milla2641</a:t>
            </a:r>
          </a:p>
        </p:txBody>
      </p:sp>
      <p:sp>
        <p:nvSpPr>
          <p:cNvPr id="20" name="Text Placeholder 19"/>
          <p:cNvSpPr>
            <a:spLocks noGrp="1"/>
          </p:cNvSpPr>
          <p:nvPr>
            <p:ph type="body" idx="36" sz="quarter"/>
          </p:nvPr>
        </p:nvSpPr>
        <p:spPr/>
        <p:txBody>
          <a:bodyPr/>
          <a:lstStyle/>
          <a:p>
            <a:r>
              <a:rPr>
                <a:solidFill>
                  <a:srgbClr val="666666"/>
                </a:solidFill>
              </a:rPr>
              <a:t> followers</a:t>
            </a:r>
          </a:p>
        </p:txBody>
      </p:sp>
      <p:pic>
        <p:nvPicPr>
          <p:cNvPr id="21" name="Picture Placeholder 20" descr="image.jpg"/>
          <p:cNvPicPr>
            <a:picLocks noGrp="1" noChangeAspect="1"/>
          </p:cNvPicPr>
          <p:nvPr>
            <p:ph type="pic" idx="37" sz="quarter"/>
          </p:nvPr>
        </p:nvPicPr>
        <p:blipFill>
          <a:blip r:embed="rId7"/>
          <a:srcRect t="8686" b="8686"/>
          <a:stretch>
            <a:fillRect/>
          </a:stretch>
        </p:blipFill>
        <p:spPr/>
      </p:pic>
      <p:sp>
        <p:nvSpPr>
          <p:cNvPr id="22" name="Text Placeholder 21"/>
          <p:cNvSpPr>
            <a:spLocks noGrp="1"/>
          </p:cNvSpPr>
          <p:nvPr>
            <p:ph type="body" idx="38" sz="quarter"/>
          </p:nvPr>
        </p:nvSpPr>
        <p:spPr/>
        <p:txBody>
          <a:bodyPr/>
          <a:lstStyle/>
          <a:p/>
        </p:txBody>
      </p:sp>
      <p:sp>
        <p:nvSpPr>
          <p:cNvPr id="23" name="Text Placeholder 22"/>
          <p:cNvSpPr>
            <a:spLocks noGrp="1"/>
          </p:cNvSpPr>
          <p:nvPr>
            <p:ph type="body" idx="39" sz="quarter"/>
          </p:nvPr>
        </p:nvSpPr>
        <p:spPr/>
        <p:txBody>
          <a:bodyPr/>
          <a:lstStyle/>
          <a:p>
            <a:r>
              <a:rPr>
                <a:solidFill>
                  <a:srgbClr val="F06634"/>
                </a:solidFill>
              </a:rPr>
              <a:t>@levisobare5</a:t>
            </a:r>
          </a:p>
        </p:txBody>
      </p:sp>
      <p:sp>
        <p:nvSpPr>
          <p:cNvPr id="24" name="Text Placeholder 23"/>
          <p:cNvSpPr>
            <a:spLocks noGrp="1"/>
          </p:cNvSpPr>
          <p:nvPr>
            <p:ph type="body" idx="40" sz="quarter"/>
          </p:nvPr>
        </p:nvSpPr>
        <p:spPr/>
        <p:txBody>
          <a:bodyPr/>
          <a:lstStyle/>
          <a:p>
            <a:r>
              <a:rPr>
                <a:solidFill>
                  <a:srgbClr val="666666"/>
                </a:solidFill>
              </a:rPr>
              <a:t> followers</a:t>
            </a:r>
          </a:p>
        </p:txBody>
      </p:sp>
      <p:pic>
        <p:nvPicPr>
          <p:cNvPr id="25" name="Picture Placeholder 24" descr="image.jpg"/>
          <p:cNvPicPr>
            <a:picLocks noGrp="1" noChangeAspect="1"/>
          </p:cNvPicPr>
          <p:nvPr>
            <p:ph type="pic" idx="41" sz="quarter"/>
          </p:nvPr>
        </p:nvPicPr>
        <p:blipFill>
          <a:blip r:embed="rId8"/>
          <a:srcRect t="8686" b="8686"/>
          <a:stretch>
            <a:fillRect/>
          </a:stretch>
        </p:blipFill>
        <p:spPr/>
      </p:pic>
      <p:sp>
        <p:nvSpPr>
          <p:cNvPr id="26" name="Text Placeholder 25"/>
          <p:cNvSpPr>
            <a:spLocks noGrp="1"/>
          </p:cNvSpPr>
          <p:nvPr>
            <p:ph type="body" idx="42" sz="quarter"/>
          </p:nvPr>
        </p:nvSpPr>
        <p:spPr/>
        <p:txBody>
          <a:bodyPr/>
          <a:lstStyle/>
          <a:p/>
        </p:txBody>
      </p:sp>
      <p:sp>
        <p:nvSpPr>
          <p:cNvPr id="27" name="Text Placeholder 26"/>
          <p:cNvSpPr>
            <a:spLocks noGrp="1"/>
          </p:cNvSpPr>
          <p:nvPr>
            <p:ph type="body" idx="43" sz="quarter"/>
          </p:nvPr>
        </p:nvSpPr>
        <p:spPr/>
        <p:txBody>
          <a:bodyPr/>
          <a:lstStyle/>
          <a:p>
            <a:r>
              <a:rPr>
                <a:solidFill>
                  <a:srgbClr val="F06634"/>
                </a:solidFill>
              </a:rPr>
              <a:t>@mc_adektatu</a:t>
            </a:r>
          </a:p>
        </p:txBody>
      </p:sp>
      <p:sp>
        <p:nvSpPr>
          <p:cNvPr id="28" name="Text Placeholder 27"/>
          <p:cNvSpPr>
            <a:spLocks noGrp="1"/>
          </p:cNvSpPr>
          <p:nvPr>
            <p:ph type="body" idx="44" sz="quarter"/>
          </p:nvPr>
        </p:nvSpPr>
        <p:spPr/>
        <p:txBody>
          <a:bodyPr/>
          <a:lstStyle/>
          <a:p>
            <a:r>
              <a:rPr>
                <a:solidFill>
                  <a:srgbClr val="666666"/>
                </a:solidFill>
              </a:rPr>
              <a:t> followers</a:t>
            </a:r>
          </a:p>
        </p:txBody>
      </p:sp>
      <p:pic>
        <p:nvPicPr>
          <p:cNvPr id="29" name="Picture Placeholder 28" descr="image.jpg"/>
          <p:cNvPicPr>
            <a:picLocks noGrp="1" noChangeAspect="1"/>
          </p:cNvPicPr>
          <p:nvPr>
            <p:ph type="pic" idx="45" sz="quarter"/>
          </p:nvPr>
        </p:nvPicPr>
        <p:blipFill>
          <a:blip r:embed="rId9"/>
          <a:srcRect t="8686" b="8686"/>
          <a:stretch>
            <a:fillRect/>
          </a:stretch>
        </p:blipFill>
        <p:spPr/>
      </p:pic>
      <p:sp>
        <p:nvSpPr>
          <p:cNvPr id="30" name="Text Placeholder 29"/>
          <p:cNvSpPr>
            <a:spLocks noGrp="1"/>
          </p:cNvSpPr>
          <p:nvPr>
            <p:ph type="body" idx="46" sz="quarter"/>
          </p:nvPr>
        </p:nvSpPr>
        <p:spPr/>
        <p:txBody>
          <a:bodyPr/>
          <a:lstStyle/>
          <a:p/>
        </p:txBody>
      </p:sp>
      <p:sp>
        <p:nvSpPr>
          <p:cNvPr id="31" name="Text Placeholder 30"/>
          <p:cNvSpPr>
            <a:spLocks noGrp="1"/>
          </p:cNvSpPr>
          <p:nvPr>
            <p:ph type="body" idx="47" sz="quarter"/>
          </p:nvPr>
        </p:nvSpPr>
        <p:spPr/>
        <p:txBody>
          <a:bodyPr/>
          <a:lstStyle/>
          <a:p>
            <a:r>
              <a:rPr>
                <a:solidFill>
                  <a:srgbClr val="F06634"/>
                </a:solidFill>
              </a:rPr>
              <a:t>@brevictwine</a:t>
            </a:r>
          </a:p>
        </p:txBody>
      </p:sp>
      <p:sp>
        <p:nvSpPr>
          <p:cNvPr id="32" name="Text Placeholder 31"/>
          <p:cNvSpPr>
            <a:spLocks noGrp="1"/>
          </p:cNvSpPr>
          <p:nvPr>
            <p:ph type="body" idx="48" sz="quarter"/>
          </p:nvPr>
        </p:nvSpPr>
        <p:spPr/>
        <p:txBody>
          <a:bodyPr/>
          <a:lstStyle/>
          <a:p>
            <a:r>
              <a:rPr>
                <a:solidFill>
                  <a:srgbClr val="666666"/>
                </a:solidFill>
              </a:rPr>
              <a:t> followers</a:t>
            </a:r>
          </a:p>
        </p:txBody>
      </p:sp>
      <p:pic>
        <p:nvPicPr>
          <p:cNvPr id="33" name="Picture Placeholder 32" descr="image.jpg"/>
          <p:cNvPicPr>
            <a:picLocks noGrp="1" noChangeAspect="1"/>
          </p:cNvPicPr>
          <p:nvPr>
            <p:ph type="pic" idx="49" sz="quarter"/>
          </p:nvPr>
        </p:nvPicPr>
        <p:blipFill>
          <a:blip r:embed="rId10"/>
          <a:srcRect t="8686" b="8686"/>
          <a:stretch>
            <a:fillRect/>
          </a:stretch>
        </p:blipFill>
        <p:spPr/>
      </p:pic>
      <p:sp>
        <p:nvSpPr>
          <p:cNvPr id="34" name="Text Placeholder 33"/>
          <p:cNvSpPr>
            <a:spLocks noGrp="1"/>
          </p:cNvSpPr>
          <p:nvPr>
            <p:ph type="body" idx="50" sz="quarter"/>
          </p:nvPr>
        </p:nvSpPr>
        <p:spPr/>
        <p:txBody>
          <a:bodyPr/>
          <a:lstStyle/>
          <a:p/>
        </p:txBody>
      </p:sp>
      <p:sp>
        <p:nvSpPr>
          <p:cNvPr id="35" name="Text Placeholder 34"/>
          <p:cNvSpPr>
            <a:spLocks noGrp="1"/>
          </p:cNvSpPr>
          <p:nvPr>
            <p:ph type="body" idx="51" sz="quarter"/>
          </p:nvPr>
        </p:nvSpPr>
        <p:spPr/>
        <p:txBody>
          <a:bodyPr/>
          <a:lstStyle/>
          <a:p>
            <a:r>
              <a:rPr>
                <a:solidFill>
                  <a:srgbClr val="F06634"/>
                </a:solidFill>
              </a:rPr>
              <a:t>@sir.niagah.com</a:t>
            </a:r>
          </a:p>
        </p:txBody>
      </p:sp>
      <p:sp>
        <p:nvSpPr>
          <p:cNvPr id="36" name="Text Placeholder 35"/>
          <p:cNvSpPr>
            <a:spLocks noGrp="1"/>
          </p:cNvSpPr>
          <p:nvPr>
            <p:ph type="body" idx="52" sz="quarter"/>
          </p:nvPr>
        </p:nvSpPr>
        <p:spPr/>
        <p:txBody>
          <a:bodyPr/>
          <a:lstStyle/>
          <a:p>
            <a:r>
              <a:rPr>
                <a:solidFill>
                  <a:srgbClr val="666666"/>
                </a:solidFill>
              </a:rPr>
              <a:t> followers</a:t>
            </a:r>
          </a:p>
        </p:txBody>
      </p:sp>
      <p:pic>
        <p:nvPicPr>
          <p:cNvPr id="37" name="Picture Placeholder 36" descr="image.jpg"/>
          <p:cNvPicPr>
            <a:picLocks noGrp="1" noChangeAspect="1"/>
          </p:cNvPicPr>
          <p:nvPr>
            <p:ph type="pic" idx="53" sz="quarter"/>
          </p:nvPr>
        </p:nvPicPr>
        <p:blipFill>
          <a:blip r:embed="rId11"/>
          <a:srcRect t="8686" b="8686"/>
          <a:stretch>
            <a:fillRect/>
          </a:stretch>
        </p:blipFill>
        <p:spPr/>
      </p:pic>
      <p:sp>
        <p:nvSpPr>
          <p:cNvPr id="38" name="Text Placeholder 37"/>
          <p:cNvSpPr>
            <a:spLocks noGrp="1"/>
          </p:cNvSpPr>
          <p:nvPr>
            <p:ph type="body" idx="54" sz="quarter"/>
          </p:nvPr>
        </p:nvSpPr>
        <p:spPr/>
        <p:txBody>
          <a:bodyPr/>
          <a:lstStyle/>
          <a:p/>
        </p:txBody>
      </p:sp>
      <p:sp>
        <p:nvSpPr>
          <p:cNvPr id="39" name="Text Placeholder 38"/>
          <p:cNvSpPr>
            <a:spLocks noGrp="1"/>
          </p:cNvSpPr>
          <p:nvPr>
            <p:ph type="body" idx="55" sz="quarter"/>
          </p:nvPr>
        </p:nvSpPr>
        <p:spPr/>
        <p:txBody>
          <a:bodyPr/>
          <a:lstStyle/>
          <a:p>
            <a:r>
              <a:rPr>
                <a:solidFill>
                  <a:srgbClr val="F06634"/>
                </a:solidFill>
              </a:rPr>
              <a:t>@elizabethkaundula391</a:t>
            </a:r>
          </a:p>
        </p:txBody>
      </p:sp>
      <p:sp>
        <p:nvSpPr>
          <p:cNvPr id="40" name="Text Placeholder 39"/>
          <p:cNvSpPr>
            <a:spLocks noGrp="1"/>
          </p:cNvSpPr>
          <p:nvPr>
            <p:ph type="body" idx="56" sz="quarter"/>
          </p:nvPr>
        </p:nvSpPr>
        <p:spPr/>
        <p:txBody>
          <a:bodyPr/>
          <a:lstStyle/>
          <a:p>
            <a:r>
              <a:rPr>
                <a:solidFill>
                  <a:srgbClr val="666666"/>
                </a:solidFill>
              </a:rPr>
              <a:t> followers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0" y="0"/>
            <a:ext cx="12192000" cy="182880"/>
          </a:xfrm>
          <a:prstGeom prst="rect">
            <a:avLst/>
          </a:prstGeom>
          <a:solidFill>
            <a:srgbClr val="F0663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>
                <a:solidFill>
                  <a:srgbClr val="F06634"/>
                </a:solidFill>
              </a:rPr>
              <a:t>FACEBOOK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Report For: 01 April 2025</a:t>
            </a:r>
          </a:p>
        </p:txBody>
      </p:sp>
      <p:pic>
        <p:nvPicPr>
          <p:cNvPr id="3" name="Picture Placeholder 2" descr="image.png"/>
          <p:cNvPicPr>
            <a:picLocks noGrp="1" noChangeAspect="1"/>
          </p:cNvPicPr>
          <p:nvPr>
            <p:ph type="pic" idx="12" sz="quarter"/>
          </p:nvPr>
        </p:nvPicPr>
        <p:blipFill>
          <a:blip r:embed="rId2"/>
          <a:srcRect l="271" r="271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rPr>
                <a:solidFill>
                  <a:srgbClr val="F06634"/>
                </a:solidFill>
              </a:rPr>
              <a:t>VOLUME OF MENTIONS - FACEBOOK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/>
        </p:txBody>
      </p:sp>
      <p:sp>
        <p:nvSpPr>
          <p:cNvPr id="6" name="Text Placeholder 5"/>
          <p:cNvSpPr>
            <a:spLocks noGrp="1"/>
          </p:cNvSpPr>
          <p:nvPr>
            <p:ph type="body" idx="22" sz="quarter"/>
          </p:nvPr>
        </p:nvSpPr>
        <p:spPr/>
        <p:txBody>
          <a:bodyPr/>
          <a:lstStyle/>
          <a:p/>
        </p:txBody>
      </p:sp>
      <p:graphicFrame>
        <p:nvGraphicFramePr>
          <p:cNvPr id="7" name="Chart Placeholder 6"/>
          <p:cNvGraphicFramePr>
            <a:graphicFrameLocks noGrp="1"/>
          </p:cNvGraphicFramePr>
          <p:nvPr>
            <p:ph type="chart" idx="23" sz="quarter"/>
          </p:nvPr>
        </p:nvGraphicFramePr>
        <p:xfrm>
          <a:off x="835025" y="2157413"/>
          <a:ext cx="10734675" cy="3146425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0"/>
            <a:ext cx="12192000" cy="182880"/>
          </a:xfrm>
          <a:prstGeom prst="rect">
            <a:avLst/>
          </a:prstGeom>
          <a:solidFill>
            <a:srgbClr val="F0663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rPr>
                <a:solidFill>
                  <a:srgbClr val="F06634"/>
                </a:solidFill>
              </a:rPr>
              <a:t>SENTIMENT ANALYSIS - FACEBOOK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/>
        </p:txBody>
      </p:sp>
      <p:sp>
        <p:nvSpPr>
          <p:cNvPr id="4" name="Text Placeholder 3"/>
          <p:cNvSpPr>
            <a:spLocks noGrp="1"/>
          </p:cNvSpPr>
          <p:nvPr>
            <p:ph type="body" idx="22" sz="quarter"/>
          </p:nvPr>
        </p:nvSpPr>
        <p:spPr/>
        <p:txBody>
          <a:bodyPr/>
          <a:lstStyle/>
          <a:p/>
        </p:txBody>
      </p:sp>
      <p:graphicFrame>
        <p:nvGraphicFramePr>
          <p:cNvPr id="5" name="Chart Placeholder 4"/>
          <p:cNvGraphicFramePr>
            <a:graphicFrameLocks noGrp="1"/>
          </p:cNvGraphicFramePr>
          <p:nvPr>
            <p:ph type="chart" idx="24" sz="quarter"/>
          </p:nvPr>
        </p:nvGraphicFramePr>
        <p:xfrm>
          <a:off x="5314422" y="2388173"/>
          <a:ext cx="6255785" cy="29337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Text Placeholder 5"/>
          <p:cNvSpPr>
            <a:spLocks noGrp="1"/>
          </p:cNvSpPr>
          <p:nvPr>
            <p:ph type="body" idx="25" sz="quarter"/>
          </p:nvPr>
        </p:nvSpPr>
        <p:spPr/>
        <p:txBody>
          <a:bodyPr/>
          <a:lstStyle/>
          <a:p>
            <a:r>
              <a:t>17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26" sz="quarter"/>
          </p:nvPr>
        </p:nvSpPr>
        <p:spPr/>
        <p:txBody>
          <a:bodyPr/>
          <a:lstStyle/>
          <a:p>
            <a:r>
              <a:rPr>
                <a:solidFill>
                  <a:srgbClr val="43B02A"/>
                </a:solidFill>
              </a:rPr>
              <a:t>14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27" sz="quarter"/>
          </p:nvPr>
        </p:nvSpPr>
        <p:spPr/>
        <p:txBody>
          <a:bodyPr/>
          <a:lstStyle/>
          <a:p>
            <a:r>
              <a:rPr>
                <a:solidFill>
                  <a:srgbClr val="FF4444"/>
                </a:solidFill>
              </a:rPr>
              <a:t>0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idx="28" sz="quarter"/>
          </p:nvPr>
        </p:nvSpPr>
        <p:spPr/>
        <p:txBody>
          <a:bodyPr/>
          <a:lstStyle/>
          <a:p>
            <a:r>
              <a:rPr>
                <a:solidFill>
                  <a:srgbClr val="808080"/>
                </a:solidFill>
              </a:rPr>
              <a:t>3</a:t>
            </a:r>
          </a:p>
        </p:txBody>
      </p:sp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Report For: 01 April 2025</a:t>
            </a:r>
          </a:p>
        </p:txBody>
      </p:sp>
      <p:pic>
        <p:nvPicPr>
          <p:cNvPr id="11" name="Picture Placeholder 10" descr="image.png"/>
          <p:cNvPicPr>
            <a:picLocks noGrp="1" noChangeAspect="1"/>
          </p:cNvPicPr>
          <p:nvPr>
            <p:ph type="pic" idx="12" sz="quarter"/>
          </p:nvPr>
        </p:nvPicPr>
        <p:blipFill>
          <a:blip r:embed="rId2"/>
          <a:srcRect l="271" r="271"/>
          <a:stretch>
            <a:fillRect/>
          </a:stretch>
        </p:blipFill>
        <p:spPr/>
      </p:pic>
      <p:sp>
        <p:nvSpPr>
          <p:cNvPr id="12" name="Rectangle 11"/>
          <p:cNvSpPr/>
          <p:nvPr/>
        </p:nvSpPr>
        <p:spPr>
          <a:xfrm>
            <a:off x="0" y="0"/>
            <a:ext cx="12192000" cy="182880"/>
          </a:xfrm>
          <a:prstGeom prst="rect">
            <a:avLst/>
          </a:prstGeom>
          <a:solidFill>
            <a:srgbClr val="F0663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Report For: 01 April 2025</a:t>
            </a:r>
          </a:p>
        </p:txBody>
      </p:sp>
      <p:pic>
        <p:nvPicPr>
          <p:cNvPr id="3" name="Picture Placeholder 2" descr="image.png"/>
          <p:cNvPicPr>
            <a:picLocks noGrp="1" noChangeAspect="1"/>
          </p:cNvPicPr>
          <p:nvPr>
            <p:ph type="pic" idx="12" sz="quarter"/>
          </p:nvPr>
        </p:nvPicPr>
        <p:blipFill>
          <a:blip r:embed="rId2"/>
          <a:srcRect l="271" r="271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rPr>
                <a:solidFill>
                  <a:srgbClr val="F06634"/>
                </a:solidFill>
              </a:rPr>
              <a:t>TRENDING TOPICS AND KEYWORDS - FACEBOOK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/>
        </p:txBody>
      </p:sp>
      <p:pic>
        <p:nvPicPr>
          <p:cNvPr id="6" name="Picture Placeholder 5" descr="image.png"/>
          <p:cNvPicPr>
            <a:picLocks noGrp="1" noChangeAspect="1"/>
          </p:cNvPicPr>
          <p:nvPr>
            <p:ph type="pic" idx="11" sz="quarter"/>
          </p:nvPr>
        </p:nvPicPr>
        <p:blipFill>
          <a:blip r:embed="rId3"/>
          <a:srcRect l="6822" r="6822"/>
          <a:stretch>
            <a:fillRect/>
          </a:stretch>
        </p:blipFill>
        <p:spPr>
          <a:xfrm>
            <a:ext cx="6185408" cy="4123605"/>
          </a:xfrm>
        </p:spPr>
      </p:pic>
      <p:sp>
        <p:nvSpPr>
          <p:cNvPr id="7" name="Rectangle 6"/>
          <p:cNvSpPr/>
          <p:nvPr/>
        </p:nvSpPr>
        <p:spPr>
          <a:xfrm>
            <a:off x="0" y="0"/>
            <a:ext cx="12192000" cy="182880"/>
          </a:xfrm>
          <a:prstGeom prst="rect">
            <a:avLst/>
          </a:prstGeom>
          <a:solidFill>
            <a:srgbClr val="F0663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Placeholder 1" descr="image.jpg"/>
          <p:cNvPicPr>
            <a:picLocks noGrp="1" noChangeAspect="1"/>
          </p:cNvPicPr>
          <p:nvPr>
            <p:ph type="pic" idx="11" sz="quarter"/>
          </p:nvPr>
        </p:nvPicPr>
        <p:blipFill>
          <a:blip r:embed="rId3"/>
          <a:srcRect t="8686" b="8686"/>
          <a:stretch>
            <a:fillRect/>
          </a:stretch>
        </p:blipFill>
        <p:spPr/>
      </p:pic>
      <p:sp>
        <p:nvSpPr>
          <p:cNvPr id="3" name="Text Placeholder 2"/>
          <p:cNvSpPr>
            <a:spLocks noGrp="1"/>
          </p:cNvSpPr>
          <p:nvPr>
            <p:ph type="body" idx="22" sz="quarter"/>
          </p:nvPr>
        </p:nvSpPr>
        <p:spPr/>
        <p:txBody>
          <a:bodyPr/>
          <a:lstStyle/>
          <a:p>
            <a:r>
              <a:t>Elizabeth Kalunda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3" sz="quarter"/>
          </p:nvPr>
        </p:nvSpPr>
        <p:spPr/>
        <p:txBody>
          <a:bodyPr/>
          <a:lstStyle/>
          <a:p>
            <a:r>
              <a:rPr>
                <a:solidFill>
                  <a:srgbClr val="F06634"/>
                </a:solidFill>
              </a:rPr>
              <a:t>@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4" sz="quarter"/>
          </p:nvPr>
        </p:nvSpPr>
        <p:spPr/>
        <p:txBody>
          <a:bodyPr/>
          <a:lstStyle/>
          <a:p>
            <a:r>
              <a:rPr>
                <a:solidFill>
                  <a:srgbClr val="666666"/>
                </a:solidFill>
              </a:rPr>
              <a:t> followers</a:t>
            </a:r>
          </a:p>
        </p:txBody>
      </p:sp>
      <p:pic>
        <p:nvPicPr>
          <p:cNvPr id="6" name="Picture Placeholder 5" descr="image.png"/>
          <p:cNvPicPr>
            <a:picLocks noGrp="1" noChangeAspect="1"/>
          </p:cNvPicPr>
          <p:nvPr>
            <p:ph type="pic" idx="21" sz="quarter"/>
          </p:nvPr>
        </p:nvPicPr>
        <p:blipFill>
          <a:blip r:embed="rId2"/>
          <a:srcRect l="271" r="271"/>
          <a:stretch>
            <a:fillRect/>
          </a:stretch>
        </p:blipFill>
        <p:spPr/>
      </p:pic>
      <p:sp>
        <p:nvSpPr>
          <p:cNvPr id="7" name="Text Placeholder 6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rPr>
                <a:solidFill>
                  <a:srgbClr val="F06634"/>
                </a:solidFill>
              </a:rPr>
              <a:t>TOP INFLUENCERS - FACEBOOK</a:t>
            </a:r>
          </a:p>
        </p:txBody>
      </p:sp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Report For: 01 April 2025</a:t>
            </a:r>
          </a:p>
        </p:txBody>
      </p:sp>
      <p:sp>
        <p:nvSpPr>
          <p:cNvPr id="41" name="Rectangle 40"/>
          <p:cNvSpPr/>
          <p:nvPr/>
        </p:nvSpPr>
        <p:spPr>
          <a:xfrm>
            <a:off x="0" y="0"/>
            <a:ext cx="12192000" cy="182880"/>
          </a:xfrm>
          <a:prstGeom prst="rect">
            <a:avLst/>
          </a:prstGeom>
          <a:solidFill>
            <a:srgbClr val="F0663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pt_template" id="{C0FD5AE9-8F7C-483D-9833-EAEF5E09A230}" vid="{64CC456B-D22C-426B-8937-D93727842863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251</TotalTime>
  <Words>0</Words>
  <Application>Microsoft Office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Arial</vt:lpstr>
      <vt:lpstr>Calibri</vt:lpstr>
      <vt:lpstr>Calibri Light</vt:lpstr>
      <vt:lpstr>Office Theme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User</dc:creator>
  <cp:lastModifiedBy>User</cp:lastModifiedBy>
  <cp:revision>46</cp:revision>
  <dcterms:created xsi:type="dcterms:W3CDTF">2025-03-25T16:00:37Z</dcterms:created>
  <dcterms:modified xsi:type="dcterms:W3CDTF">2025-04-01T10:03:47Z</dcterms:modified>
</cp:coreProperties>
</file>